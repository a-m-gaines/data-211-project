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oboto"/>
      <p:regular r:id="rId14"/>
      <p:bold r:id="rId15"/>
      <p:italic r:id="rId16"/>
      <p:boldItalic r:id="rId17"/>
    </p:embeddedFont>
    <p:embeddedFont>
      <p:font typeface="Inter"/>
      <p:regular r:id="rId18"/>
      <p:bold r:id="rId19"/>
      <p:italic r:id="rId20"/>
      <p:boldItalic r:id="rId21"/>
    </p:embeddedFont>
    <p:embeddedFont>
      <p:font typeface="Merriweath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22" Type="http://schemas.openxmlformats.org/officeDocument/2006/relationships/font" Target="fonts/Merriweather-regular.fntdata"/><Relationship Id="rId21" Type="http://schemas.openxmlformats.org/officeDocument/2006/relationships/font" Target="fonts/Inter-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Merriweather-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19" Type="http://schemas.openxmlformats.org/officeDocument/2006/relationships/font" Target="fonts/Inter-bold.fntdata"/><Relationship Id="rId18" Type="http://schemas.openxmlformats.org/officeDocument/2006/relationships/font" Target="fonts/In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5a08d6882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d5a08d6882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5a08d6882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d5a08d6882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d5a08d6882_0_1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d5a08d6882_0_1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d5a08d6882_0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d5a08d6882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5a08d6882_0_1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5a08d6882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d678fc8ad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d678fc8ad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d5a08d6882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d5a08d6882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68" name="Shape 68"/>
        <p:cNvGrpSpPr/>
        <p:nvPr/>
      </p:nvGrpSpPr>
      <p:grpSpPr>
        <a:xfrm>
          <a:off x="0" y="0"/>
          <a:ext cx="0" cy="0"/>
          <a:chOff x="0" y="0"/>
          <a:chExt cx="0" cy="0"/>
        </a:xfrm>
      </p:grpSpPr>
      <p:sp>
        <p:nvSpPr>
          <p:cNvPr id="69" name="Google Shape;69;p14"/>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70" name="Google Shape;70;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4"/>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74" name="Shape 74"/>
        <p:cNvGrpSpPr/>
        <p:nvPr/>
      </p:nvGrpSpPr>
      <p:grpSpPr>
        <a:xfrm>
          <a:off x="0" y="0"/>
          <a:ext cx="0" cy="0"/>
          <a:chOff x="0" y="0"/>
          <a:chExt cx="0" cy="0"/>
        </a:xfrm>
      </p:grpSpPr>
      <p:sp>
        <p:nvSpPr>
          <p:cNvPr id="75" name="Google Shape;75;p1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6" name="Google Shape;76;p1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79" name="Shape 79"/>
        <p:cNvGrpSpPr/>
        <p:nvPr/>
      </p:nvGrpSpPr>
      <p:grpSpPr>
        <a:xfrm>
          <a:off x="0" y="0"/>
          <a:ext cx="0" cy="0"/>
          <a:chOff x="0" y="0"/>
          <a:chExt cx="0" cy="0"/>
        </a:xfrm>
      </p:grpSpPr>
      <p:sp>
        <p:nvSpPr>
          <p:cNvPr id="80" name="Google Shape;80;p16"/>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81" name="Google Shape;81;p1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84" name="Shape 84"/>
        <p:cNvGrpSpPr/>
        <p:nvPr/>
      </p:nvGrpSpPr>
      <p:grpSpPr>
        <a:xfrm>
          <a:off x="0" y="0"/>
          <a:ext cx="0" cy="0"/>
          <a:chOff x="0" y="0"/>
          <a:chExt cx="0" cy="0"/>
        </a:xfrm>
      </p:grpSpPr>
      <p:sp>
        <p:nvSpPr>
          <p:cNvPr id="85" name="Google Shape;85;p17"/>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86" name="Google Shape;86;p17"/>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87" name="Google Shape;87;p1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90" name="Shape 90"/>
        <p:cNvGrpSpPr/>
        <p:nvPr/>
      </p:nvGrpSpPr>
      <p:grpSpPr>
        <a:xfrm>
          <a:off x="0" y="0"/>
          <a:ext cx="0" cy="0"/>
          <a:chOff x="0" y="0"/>
          <a:chExt cx="0" cy="0"/>
        </a:xfrm>
      </p:grpSpPr>
      <p:cxnSp>
        <p:nvCxnSpPr>
          <p:cNvPr id="91" name="Google Shape;91;p18"/>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92" name="Google Shape;92;p18"/>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93" name="Google Shape;93;p18"/>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94" name="Google Shape;94;p1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6" name="Google Shape;96;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7" name="Google Shape;97;p18"/>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98" name="Shape 98"/>
        <p:cNvGrpSpPr/>
        <p:nvPr/>
      </p:nvGrpSpPr>
      <p:grpSpPr>
        <a:xfrm>
          <a:off x="0" y="0"/>
          <a:ext cx="0" cy="0"/>
          <a:chOff x="0" y="0"/>
          <a:chExt cx="0" cy="0"/>
        </a:xfrm>
      </p:grpSpPr>
      <p:sp>
        <p:nvSpPr>
          <p:cNvPr id="99" name="Google Shape;99;p19"/>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100" name="Google Shape;100;p19"/>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01" name="Google Shape;101;p19"/>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102" name="Google Shape;102;p19"/>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03" name="Google Shape;103;p1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05" name="Google Shape;105;p1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106" name="Shape 106"/>
        <p:cNvGrpSpPr/>
        <p:nvPr/>
      </p:nvGrpSpPr>
      <p:grpSpPr>
        <a:xfrm>
          <a:off x="0" y="0"/>
          <a:ext cx="0" cy="0"/>
          <a:chOff x="0" y="0"/>
          <a:chExt cx="0" cy="0"/>
        </a:xfrm>
      </p:grpSpPr>
      <p:sp>
        <p:nvSpPr>
          <p:cNvPr id="107" name="Google Shape;107;p20"/>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08" name="Google Shape;108;p20"/>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109" name="Google Shape;109;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2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20"/>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113" name="Shape 113"/>
        <p:cNvGrpSpPr/>
        <p:nvPr/>
      </p:nvGrpSpPr>
      <p:grpSpPr>
        <a:xfrm>
          <a:off x="0" y="0"/>
          <a:ext cx="0" cy="0"/>
          <a:chOff x="0" y="0"/>
          <a:chExt cx="0" cy="0"/>
        </a:xfrm>
      </p:grpSpPr>
      <p:sp>
        <p:nvSpPr>
          <p:cNvPr id="114" name="Google Shape;114;p2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16" name="Google Shape;116;p21"/>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117" name="Shape 117"/>
        <p:cNvGrpSpPr/>
        <p:nvPr/>
      </p:nvGrpSpPr>
      <p:grpSpPr>
        <a:xfrm>
          <a:off x="0" y="0"/>
          <a:ext cx="0" cy="0"/>
          <a:chOff x="0" y="0"/>
          <a:chExt cx="0" cy="0"/>
        </a:xfrm>
      </p:grpSpPr>
      <p:sp>
        <p:nvSpPr>
          <p:cNvPr id="118" name="Google Shape;118;p22"/>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119" name="Google Shape;119;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2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1" name="Google Shape;121;p2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22"/>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22"/>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4" name="Google Shape;124;p22"/>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5" name="Google Shape;125;p22"/>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6" name="Google Shape;126;p22"/>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7" name="Google Shape;127;p22"/>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8" name="Google Shape;128;p22"/>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9" name="Google Shape;129;p22"/>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130" name="Shape 130"/>
        <p:cNvGrpSpPr/>
        <p:nvPr/>
      </p:nvGrpSpPr>
      <p:grpSpPr>
        <a:xfrm>
          <a:off x="0" y="0"/>
          <a:ext cx="0" cy="0"/>
          <a:chOff x="0" y="0"/>
          <a:chExt cx="0" cy="0"/>
        </a:xfrm>
      </p:grpSpPr>
      <p:sp>
        <p:nvSpPr>
          <p:cNvPr id="131" name="Google Shape;131;p23"/>
          <p:cNvSpPr/>
          <p:nvPr>
            <p:ph idx="2" type="pic"/>
          </p:nvPr>
        </p:nvSpPr>
        <p:spPr>
          <a:xfrm>
            <a:off x="283850" y="2178075"/>
            <a:ext cx="4227600" cy="2505600"/>
          </a:xfrm>
          <a:prstGeom prst="rect">
            <a:avLst/>
          </a:prstGeom>
          <a:noFill/>
          <a:ln>
            <a:noFill/>
          </a:ln>
        </p:spPr>
      </p:sp>
      <p:sp>
        <p:nvSpPr>
          <p:cNvPr id="132" name="Google Shape;132;p2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2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2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5" name="Google Shape;135;p23"/>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6" name="Google Shape;136;p23"/>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37" name="Google Shape;137;p23"/>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138" name="Shape 138"/>
        <p:cNvGrpSpPr/>
        <p:nvPr/>
      </p:nvGrpSpPr>
      <p:grpSpPr>
        <a:xfrm>
          <a:off x="0" y="0"/>
          <a:ext cx="0" cy="0"/>
          <a:chOff x="0" y="0"/>
          <a:chExt cx="0" cy="0"/>
        </a:xfrm>
      </p:grpSpPr>
      <p:sp>
        <p:nvSpPr>
          <p:cNvPr id="139" name="Google Shape;139;p24"/>
          <p:cNvSpPr/>
          <p:nvPr>
            <p:ph idx="2" type="pic"/>
          </p:nvPr>
        </p:nvSpPr>
        <p:spPr>
          <a:xfrm>
            <a:off x="4629750" y="0"/>
            <a:ext cx="4227000" cy="4683600"/>
          </a:xfrm>
          <a:prstGeom prst="roundRect">
            <a:avLst>
              <a:gd fmla="val 0" name="adj"/>
            </a:avLst>
          </a:prstGeom>
          <a:noFill/>
          <a:ln>
            <a:noFill/>
          </a:ln>
        </p:spPr>
      </p:sp>
      <p:sp>
        <p:nvSpPr>
          <p:cNvPr id="140" name="Google Shape;140;p2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4"/>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24"/>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3" name="Google Shape;143;p24"/>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24"/>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145" name="Shape 145"/>
        <p:cNvGrpSpPr/>
        <p:nvPr/>
      </p:nvGrpSpPr>
      <p:grpSpPr>
        <a:xfrm>
          <a:off x="0" y="0"/>
          <a:ext cx="0" cy="0"/>
          <a:chOff x="0" y="0"/>
          <a:chExt cx="0" cy="0"/>
        </a:xfrm>
      </p:grpSpPr>
      <p:sp>
        <p:nvSpPr>
          <p:cNvPr id="146" name="Google Shape;146;p25"/>
          <p:cNvSpPr/>
          <p:nvPr>
            <p:ph idx="2" type="pic"/>
          </p:nvPr>
        </p:nvSpPr>
        <p:spPr>
          <a:xfrm>
            <a:off x="270275" y="3132475"/>
            <a:ext cx="2770500" cy="1551000"/>
          </a:xfrm>
          <a:prstGeom prst="roundRect">
            <a:avLst>
              <a:gd fmla="val 0" name="adj"/>
            </a:avLst>
          </a:prstGeom>
          <a:noFill/>
          <a:ln>
            <a:noFill/>
          </a:ln>
        </p:spPr>
      </p:sp>
      <p:sp>
        <p:nvSpPr>
          <p:cNvPr id="147" name="Google Shape;147;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9" name="Google Shape;149;p25"/>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50" name="Google Shape;150;p25"/>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1" name="Google Shape;151;p25"/>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2" name="Google Shape;152;p25"/>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53" name="Shape 153"/>
        <p:cNvGrpSpPr/>
        <p:nvPr/>
      </p:nvGrpSpPr>
      <p:grpSpPr>
        <a:xfrm>
          <a:off x="0" y="0"/>
          <a:ext cx="0" cy="0"/>
          <a:chOff x="0" y="0"/>
          <a:chExt cx="0" cy="0"/>
        </a:xfrm>
      </p:grpSpPr>
      <p:sp>
        <p:nvSpPr>
          <p:cNvPr id="154" name="Google Shape;154;p26"/>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55" name="Google Shape;155;p26"/>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56" name="Google Shape;156;p26"/>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57" name="Google Shape;157;p26"/>
          <p:cNvSpPr/>
          <p:nvPr>
            <p:ph idx="3" type="pic"/>
          </p:nvPr>
        </p:nvSpPr>
        <p:spPr>
          <a:xfrm>
            <a:off x="283850" y="0"/>
            <a:ext cx="4227000" cy="4683600"/>
          </a:xfrm>
          <a:prstGeom prst="roundRect">
            <a:avLst>
              <a:gd fmla="val 0" name="adj"/>
            </a:avLst>
          </a:prstGeom>
          <a:noFill/>
          <a:ln>
            <a:noFill/>
          </a:ln>
        </p:spPr>
      </p:sp>
      <p:sp>
        <p:nvSpPr>
          <p:cNvPr id="158" name="Google Shape;158;p2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26"/>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0" name="Google Shape;160;p26"/>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61" name="Shape 161"/>
        <p:cNvGrpSpPr/>
        <p:nvPr/>
      </p:nvGrpSpPr>
      <p:grpSpPr>
        <a:xfrm>
          <a:off x="0" y="0"/>
          <a:ext cx="0" cy="0"/>
          <a:chOff x="0" y="0"/>
          <a:chExt cx="0" cy="0"/>
        </a:xfrm>
      </p:grpSpPr>
      <p:sp>
        <p:nvSpPr>
          <p:cNvPr id="162" name="Google Shape;162;p2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3" name="Google Shape;163;p27"/>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4" name="Google Shape;164;p2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5" name="Google Shape;165;p2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6" name="Google Shape;166;p27"/>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67" name="Google Shape;167;p27"/>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8" name="Google Shape;168;p27"/>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69" name="Google Shape;169;p27"/>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70" name="Google Shape;170;p27"/>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1" name="Google Shape;171;p27"/>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72" name="Google Shape;172;p27"/>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7"/>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74" name="Google Shape;174;p27"/>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75" name="Shape 175"/>
        <p:cNvGrpSpPr/>
        <p:nvPr/>
      </p:nvGrpSpPr>
      <p:grpSpPr>
        <a:xfrm>
          <a:off x="0" y="0"/>
          <a:ext cx="0" cy="0"/>
          <a:chOff x="0" y="0"/>
          <a:chExt cx="0" cy="0"/>
        </a:xfrm>
      </p:grpSpPr>
      <p:sp>
        <p:nvSpPr>
          <p:cNvPr id="176" name="Google Shape;176;p28"/>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77" name="Google Shape;177;p28"/>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78" name="Google Shape;178;p28"/>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79" name="Google Shape;179;p28"/>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80" name="Google Shape;180;p28"/>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81" name="Google Shape;181;p2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28"/>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83" name="Google Shape;183;p28"/>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84" name="Google Shape;184;p28"/>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5" name="Google Shape;185;p28"/>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8"/>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87" name="Google Shape;187;p28"/>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88" name="Google Shape;188;p28"/>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89" name="Shape 189"/>
        <p:cNvGrpSpPr/>
        <p:nvPr/>
      </p:nvGrpSpPr>
      <p:grpSpPr>
        <a:xfrm>
          <a:off x="0" y="0"/>
          <a:ext cx="0" cy="0"/>
          <a:chOff x="0" y="0"/>
          <a:chExt cx="0" cy="0"/>
        </a:xfrm>
      </p:grpSpPr>
      <p:sp>
        <p:nvSpPr>
          <p:cNvPr id="190" name="Google Shape;190;p29"/>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91" name="Google Shape;191;p29"/>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92" name="Google Shape;192;p29"/>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93" name="Google Shape;193;p29"/>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94" name="Google Shape;194;p29"/>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95" name="Google Shape;195;p2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29"/>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97" name="Google Shape;197;p29"/>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98" name="Google Shape;198;p29"/>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9" name="Google Shape;199;p29"/>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200" name="Shape 200"/>
        <p:cNvGrpSpPr/>
        <p:nvPr/>
      </p:nvGrpSpPr>
      <p:grpSpPr>
        <a:xfrm>
          <a:off x="0" y="0"/>
          <a:ext cx="0" cy="0"/>
          <a:chOff x="0" y="0"/>
          <a:chExt cx="0" cy="0"/>
        </a:xfrm>
      </p:grpSpPr>
      <p:sp>
        <p:nvSpPr>
          <p:cNvPr id="201" name="Google Shape;201;p3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2" name="Google Shape;202;p30"/>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03" name="Google Shape;203;p3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3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30"/>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6" name="Google Shape;206;p30"/>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7" name="Google Shape;207;p30"/>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208" name="Shape 208"/>
        <p:cNvGrpSpPr/>
        <p:nvPr/>
      </p:nvGrpSpPr>
      <p:grpSpPr>
        <a:xfrm>
          <a:off x="0" y="0"/>
          <a:ext cx="0" cy="0"/>
          <a:chOff x="0" y="0"/>
          <a:chExt cx="0" cy="0"/>
        </a:xfrm>
      </p:grpSpPr>
      <p:sp>
        <p:nvSpPr>
          <p:cNvPr id="209" name="Google Shape;209;p31"/>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0" name="Google Shape;210;p31"/>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1" name="Google Shape;211;p31"/>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12" name="Google Shape;212;p31"/>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213" name="Google Shape;213;p31"/>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31"/>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31"/>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16" name="Google Shape;216;p31"/>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17" name="Google Shape;217;p31"/>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18" name="Google Shape;218;p3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219" name="Shape 219"/>
        <p:cNvGrpSpPr/>
        <p:nvPr/>
      </p:nvGrpSpPr>
      <p:grpSpPr>
        <a:xfrm>
          <a:off x="0" y="0"/>
          <a:ext cx="0" cy="0"/>
          <a:chOff x="0" y="0"/>
          <a:chExt cx="0" cy="0"/>
        </a:xfrm>
      </p:grpSpPr>
      <p:sp>
        <p:nvSpPr>
          <p:cNvPr id="220" name="Google Shape;220;p32"/>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21" name="Google Shape;221;p3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32"/>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223" name="Google Shape;223;p32"/>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4" name="Google Shape;224;p3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5" name="Google Shape;225;p3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6" name="Google Shape;226;p32"/>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27" name="Google Shape;227;p32"/>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8" name="Google Shape;228;p32"/>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29" name="Google Shape;229;p32"/>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30" name="Google Shape;230;p32"/>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231" name="Shape 231"/>
        <p:cNvGrpSpPr/>
        <p:nvPr/>
      </p:nvGrpSpPr>
      <p:grpSpPr>
        <a:xfrm>
          <a:off x="0" y="0"/>
          <a:ext cx="0" cy="0"/>
          <a:chOff x="0" y="0"/>
          <a:chExt cx="0" cy="0"/>
        </a:xfrm>
      </p:grpSpPr>
      <p:sp>
        <p:nvSpPr>
          <p:cNvPr id="232" name="Google Shape;232;p33"/>
          <p:cNvSpPr/>
          <p:nvPr>
            <p:ph idx="2" type="pic"/>
          </p:nvPr>
        </p:nvSpPr>
        <p:spPr>
          <a:xfrm>
            <a:off x="4629750" y="286075"/>
            <a:ext cx="1257900" cy="1261500"/>
          </a:xfrm>
          <a:prstGeom prst="rect">
            <a:avLst/>
          </a:prstGeom>
          <a:noFill/>
          <a:ln>
            <a:noFill/>
          </a:ln>
        </p:spPr>
      </p:sp>
      <p:sp>
        <p:nvSpPr>
          <p:cNvPr id="233" name="Google Shape;233;p33"/>
          <p:cNvSpPr/>
          <p:nvPr>
            <p:ph idx="3" type="pic"/>
          </p:nvPr>
        </p:nvSpPr>
        <p:spPr>
          <a:xfrm>
            <a:off x="6111800" y="286075"/>
            <a:ext cx="1257900" cy="1261500"/>
          </a:xfrm>
          <a:prstGeom prst="rect">
            <a:avLst/>
          </a:prstGeom>
          <a:noFill/>
          <a:ln>
            <a:noFill/>
          </a:ln>
        </p:spPr>
      </p:sp>
      <p:sp>
        <p:nvSpPr>
          <p:cNvPr id="234" name="Google Shape;234;p33"/>
          <p:cNvSpPr/>
          <p:nvPr>
            <p:ph idx="4" type="pic"/>
          </p:nvPr>
        </p:nvSpPr>
        <p:spPr>
          <a:xfrm>
            <a:off x="7593850" y="286075"/>
            <a:ext cx="1257900" cy="1261500"/>
          </a:xfrm>
          <a:prstGeom prst="rect">
            <a:avLst/>
          </a:prstGeom>
          <a:noFill/>
          <a:ln>
            <a:noFill/>
          </a:ln>
        </p:spPr>
      </p:sp>
      <p:sp>
        <p:nvSpPr>
          <p:cNvPr id="235" name="Google Shape;235;p33"/>
          <p:cNvSpPr/>
          <p:nvPr>
            <p:ph idx="5" type="pic"/>
          </p:nvPr>
        </p:nvSpPr>
        <p:spPr>
          <a:xfrm>
            <a:off x="4629750" y="2634475"/>
            <a:ext cx="1257900" cy="1261500"/>
          </a:xfrm>
          <a:prstGeom prst="rect">
            <a:avLst/>
          </a:prstGeom>
          <a:noFill/>
          <a:ln>
            <a:noFill/>
          </a:ln>
        </p:spPr>
      </p:sp>
      <p:sp>
        <p:nvSpPr>
          <p:cNvPr id="236" name="Google Shape;236;p33"/>
          <p:cNvSpPr/>
          <p:nvPr>
            <p:ph idx="6" type="pic"/>
          </p:nvPr>
        </p:nvSpPr>
        <p:spPr>
          <a:xfrm>
            <a:off x="6111800" y="2634475"/>
            <a:ext cx="1257900" cy="1261500"/>
          </a:xfrm>
          <a:prstGeom prst="rect">
            <a:avLst/>
          </a:prstGeom>
          <a:noFill/>
          <a:ln>
            <a:noFill/>
          </a:ln>
        </p:spPr>
      </p:sp>
      <p:sp>
        <p:nvSpPr>
          <p:cNvPr id="237" name="Google Shape;237;p33"/>
          <p:cNvSpPr/>
          <p:nvPr>
            <p:ph idx="7" type="pic"/>
          </p:nvPr>
        </p:nvSpPr>
        <p:spPr>
          <a:xfrm>
            <a:off x="7593850" y="2634475"/>
            <a:ext cx="1257900" cy="1261500"/>
          </a:xfrm>
          <a:prstGeom prst="rect">
            <a:avLst/>
          </a:prstGeom>
          <a:noFill/>
          <a:ln>
            <a:noFill/>
          </a:ln>
        </p:spPr>
      </p:sp>
      <p:sp>
        <p:nvSpPr>
          <p:cNvPr id="238" name="Google Shape;238;p3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3"/>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3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1" name="Google Shape;241;p33"/>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2" name="Google Shape;242;p33"/>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243" name="Google Shape;243;p33"/>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4" name="Google Shape;244;p33"/>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5" name="Google Shape;245;p33"/>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6" name="Google Shape;246;p33"/>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7" name="Google Shape;247;p33"/>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8" name="Google Shape;248;p33"/>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49" name="Shape 249"/>
        <p:cNvGrpSpPr/>
        <p:nvPr/>
      </p:nvGrpSpPr>
      <p:grpSpPr>
        <a:xfrm>
          <a:off x="0" y="0"/>
          <a:ext cx="0" cy="0"/>
          <a:chOff x="0" y="0"/>
          <a:chExt cx="0" cy="0"/>
        </a:xfrm>
      </p:grpSpPr>
      <p:sp>
        <p:nvSpPr>
          <p:cNvPr id="250" name="Google Shape;250;p34"/>
          <p:cNvSpPr/>
          <p:nvPr>
            <p:ph idx="2" type="pic"/>
          </p:nvPr>
        </p:nvSpPr>
        <p:spPr>
          <a:xfrm>
            <a:off x="2456700" y="373175"/>
            <a:ext cx="1515000" cy="1616700"/>
          </a:xfrm>
          <a:prstGeom prst="rect">
            <a:avLst/>
          </a:prstGeom>
          <a:noFill/>
          <a:ln>
            <a:noFill/>
          </a:ln>
        </p:spPr>
      </p:sp>
      <p:sp>
        <p:nvSpPr>
          <p:cNvPr id="251" name="Google Shape;251;p34"/>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2" name="Google Shape;252;p34"/>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3" name="Google Shape;253;p34"/>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4" name="Google Shape;254;p34"/>
          <p:cNvSpPr/>
          <p:nvPr>
            <p:ph idx="4" type="pic"/>
          </p:nvPr>
        </p:nvSpPr>
        <p:spPr>
          <a:xfrm>
            <a:off x="4084738" y="373175"/>
            <a:ext cx="1515000" cy="1616700"/>
          </a:xfrm>
          <a:prstGeom prst="rect">
            <a:avLst/>
          </a:prstGeom>
          <a:noFill/>
          <a:ln>
            <a:noFill/>
          </a:ln>
        </p:spPr>
      </p:sp>
      <p:sp>
        <p:nvSpPr>
          <p:cNvPr id="255" name="Google Shape;255;p34"/>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6" name="Google Shape;256;p34"/>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7" name="Google Shape;257;p34"/>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8" name="Google Shape;258;p34"/>
          <p:cNvSpPr/>
          <p:nvPr>
            <p:ph idx="8" type="pic"/>
          </p:nvPr>
        </p:nvSpPr>
        <p:spPr>
          <a:xfrm>
            <a:off x="5713225" y="373175"/>
            <a:ext cx="1515000" cy="1616700"/>
          </a:xfrm>
          <a:prstGeom prst="rect">
            <a:avLst/>
          </a:prstGeom>
          <a:noFill/>
          <a:ln>
            <a:noFill/>
          </a:ln>
        </p:spPr>
      </p:sp>
      <p:sp>
        <p:nvSpPr>
          <p:cNvPr id="259" name="Google Shape;259;p34"/>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60" name="Google Shape;260;p34"/>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61" name="Google Shape;261;p34"/>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62" name="Google Shape;262;p34"/>
          <p:cNvSpPr/>
          <p:nvPr>
            <p:ph idx="15" type="pic"/>
          </p:nvPr>
        </p:nvSpPr>
        <p:spPr>
          <a:xfrm>
            <a:off x="7341950" y="373175"/>
            <a:ext cx="1515000" cy="1616700"/>
          </a:xfrm>
          <a:prstGeom prst="rect">
            <a:avLst/>
          </a:prstGeom>
          <a:noFill/>
          <a:ln>
            <a:noFill/>
          </a:ln>
        </p:spPr>
      </p:sp>
      <p:sp>
        <p:nvSpPr>
          <p:cNvPr id="263" name="Google Shape;263;p34"/>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64" name="Google Shape;264;p34"/>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65" name="Google Shape;265;p34"/>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66" name="Google Shape;266;p3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34"/>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8" name="Google Shape;268;p34"/>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34"/>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70" name="Shape 270"/>
        <p:cNvGrpSpPr/>
        <p:nvPr/>
      </p:nvGrpSpPr>
      <p:grpSpPr>
        <a:xfrm>
          <a:off x="0" y="0"/>
          <a:ext cx="0" cy="0"/>
          <a:chOff x="0" y="0"/>
          <a:chExt cx="0" cy="0"/>
        </a:xfrm>
      </p:grpSpPr>
      <p:sp>
        <p:nvSpPr>
          <p:cNvPr id="271" name="Google Shape;271;p35"/>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2" name="Google Shape;272;p35"/>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3" name="Google Shape;273;p35"/>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4" name="Google Shape;274;p35"/>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5" name="Google Shape;275;p35"/>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6" name="Google Shape;276;p35"/>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7" name="Google Shape;277;p35"/>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8" name="Google Shape;278;p35"/>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9" name="Google Shape;279;p35"/>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80" name="Google Shape;280;p35"/>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81" name="Google Shape;281;p35"/>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82" name="Google Shape;282;p35"/>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83" name="Google Shape;283;p3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4" name="Google Shape;284;p35"/>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85" name="Google Shape;285;p35"/>
          <p:cNvSpPr/>
          <p:nvPr>
            <p:ph idx="16" type="pic"/>
          </p:nvPr>
        </p:nvSpPr>
        <p:spPr>
          <a:xfrm>
            <a:off x="290325" y="1862825"/>
            <a:ext cx="663000" cy="1271100"/>
          </a:xfrm>
          <a:prstGeom prst="rect">
            <a:avLst/>
          </a:prstGeom>
          <a:noFill/>
          <a:ln>
            <a:noFill/>
          </a:ln>
        </p:spPr>
      </p:sp>
      <p:sp>
        <p:nvSpPr>
          <p:cNvPr id="286" name="Google Shape;286;p35"/>
          <p:cNvSpPr/>
          <p:nvPr>
            <p:ph idx="17" type="pic"/>
          </p:nvPr>
        </p:nvSpPr>
        <p:spPr>
          <a:xfrm>
            <a:off x="290325" y="3407525"/>
            <a:ext cx="663000" cy="1271100"/>
          </a:xfrm>
          <a:prstGeom prst="rect">
            <a:avLst/>
          </a:prstGeom>
          <a:noFill/>
          <a:ln>
            <a:noFill/>
          </a:ln>
        </p:spPr>
      </p:sp>
      <p:sp>
        <p:nvSpPr>
          <p:cNvPr id="287" name="Google Shape;287;p35"/>
          <p:cNvSpPr/>
          <p:nvPr>
            <p:ph idx="18" type="pic"/>
          </p:nvPr>
        </p:nvSpPr>
        <p:spPr>
          <a:xfrm>
            <a:off x="3191325" y="1862825"/>
            <a:ext cx="663000" cy="1271100"/>
          </a:xfrm>
          <a:prstGeom prst="rect">
            <a:avLst/>
          </a:prstGeom>
          <a:noFill/>
          <a:ln>
            <a:noFill/>
          </a:ln>
        </p:spPr>
      </p:sp>
      <p:sp>
        <p:nvSpPr>
          <p:cNvPr id="288" name="Google Shape;288;p35"/>
          <p:cNvSpPr/>
          <p:nvPr>
            <p:ph idx="19" type="pic"/>
          </p:nvPr>
        </p:nvSpPr>
        <p:spPr>
          <a:xfrm>
            <a:off x="3191325" y="3407525"/>
            <a:ext cx="663000" cy="1271100"/>
          </a:xfrm>
          <a:prstGeom prst="rect">
            <a:avLst/>
          </a:prstGeom>
          <a:noFill/>
          <a:ln>
            <a:noFill/>
          </a:ln>
        </p:spPr>
      </p:sp>
      <p:sp>
        <p:nvSpPr>
          <p:cNvPr id="289" name="Google Shape;289;p35"/>
          <p:cNvSpPr/>
          <p:nvPr>
            <p:ph idx="20" type="pic"/>
          </p:nvPr>
        </p:nvSpPr>
        <p:spPr>
          <a:xfrm>
            <a:off x="6092325" y="1862825"/>
            <a:ext cx="663000" cy="1271100"/>
          </a:xfrm>
          <a:prstGeom prst="rect">
            <a:avLst/>
          </a:prstGeom>
          <a:noFill/>
          <a:ln>
            <a:noFill/>
          </a:ln>
        </p:spPr>
      </p:sp>
      <p:sp>
        <p:nvSpPr>
          <p:cNvPr id="290" name="Google Shape;290;p35"/>
          <p:cNvSpPr/>
          <p:nvPr>
            <p:ph idx="21" type="pic"/>
          </p:nvPr>
        </p:nvSpPr>
        <p:spPr>
          <a:xfrm>
            <a:off x="6092325" y="3407525"/>
            <a:ext cx="663000" cy="1271100"/>
          </a:xfrm>
          <a:prstGeom prst="rect">
            <a:avLst/>
          </a:prstGeom>
          <a:noFill/>
          <a:ln>
            <a:noFill/>
          </a:ln>
        </p:spPr>
      </p:sp>
      <p:sp>
        <p:nvSpPr>
          <p:cNvPr id="291" name="Google Shape;291;p35"/>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35"/>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93" name="Shape 293"/>
        <p:cNvGrpSpPr/>
        <p:nvPr/>
      </p:nvGrpSpPr>
      <p:grpSpPr>
        <a:xfrm>
          <a:off x="0" y="0"/>
          <a:ext cx="0" cy="0"/>
          <a:chOff x="0" y="0"/>
          <a:chExt cx="0" cy="0"/>
        </a:xfrm>
      </p:grpSpPr>
      <p:sp>
        <p:nvSpPr>
          <p:cNvPr id="294" name="Google Shape;294;p36"/>
          <p:cNvSpPr/>
          <p:nvPr>
            <p:ph idx="2" type="pic"/>
          </p:nvPr>
        </p:nvSpPr>
        <p:spPr>
          <a:xfrm>
            <a:off x="3186000" y="3242875"/>
            <a:ext cx="2798100" cy="1440600"/>
          </a:xfrm>
          <a:prstGeom prst="rect">
            <a:avLst/>
          </a:prstGeom>
          <a:noFill/>
          <a:ln>
            <a:noFill/>
          </a:ln>
        </p:spPr>
      </p:sp>
      <p:sp>
        <p:nvSpPr>
          <p:cNvPr id="295" name="Google Shape;295;p36"/>
          <p:cNvSpPr/>
          <p:nvPr>
            <p:ph idx="3" type="pic"/>
          </p:nvPr>
        </p:nvSpPr>
        <p:spPr>
          <a:xfrm>
            <a:off x="5984100" y="3242875"/>
            <a:ext cx="1440600" cy="1440600"/>
          </a:xfrm>
          <a:prstGeom prst="rect">
            <a:avLst/>
          </a:prstGeom>
          <a:noFill/>
          <a:ln>
            <a:noFill/>
          </a:ln>
        </p:spPr>
      </p:sp>
      <p:sp>
        <p:nvSpPr>
          <p:cNvPr id="296" name="Google Shape;296;p36"/>
          <p:cNvSpPr/>
          <p:nvPr>
            <p:ph idx="4" type="pic"/>
          </p:nvPr>
        </p:nvSpPr>
        <p:spPr>
          <a:xfrm>
            <a:off x="7412150" y="1440350"/>
            <a:ext cx="1441500" cy="3243000"/>
          </a:xfrm>
          <a:prstGeom prst="rect">
            <a:avLst/>
          </a:prstGeom>
          <a:noFill/>
          <a:ln>
            <a:noFill/>
          </a:ln>
        </p:spPr>
      </p:sp>
      <p:sp>
        <p:nvSpPr>
          <p:cNvPr id="297" name="Google Shape;297;p36"/>
          <p:cNvSpPr/>
          <p:nvPr>
            <p:ph idx="5" type="pic"/>
          </p:nvPr>
        </p:nvSpPr>
        <p:spPr>
          <a:xfrm>
            <a:off x="7412150" y="0"/>
            <a:ext cx="1441500" cy="1440600"/>
          </a:xfrm>
          <a:prstGeom prst="rect">
            <a:avLst/>
          </a:prstGeom>
          <a:noFill/>
          <a:ln>
            <a:noFill/>
          </a:ln>
        </p:spPr>
      </p:sp>
      <p:sp>
        <p:nvSpPr>
          <p:cNvPr id="298" name="Google Shape;298;p36"/>
          <p:cNvSpPr/>
          <p:nvPr>
            <p:ph idx="6" type="pic"/>
          </p:nvPr>
        </p:nvSpPr>
        <p:spPr>
          <a:xfrm>
            <a:off x="3184850" y="0"/>
            <a:ext cx="4227300" cy="3243000"/>
          </a:xfrm>
          <a:prstGeom prst="rect">
            <a:avLst/>
          </a:prstGeom>
          <a:noFill/>
          <a:ln>
            <a:noFill/>
          </a:ln>
        </p:spPr>
      </p:sp>
      <p:sp>
        <p:nvSpPr>
          <p:cNvPr id="299" name="Google Shape;299;p3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00" name="Google Shape;300;p36"/>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01" name="Google Shape;301;p36"/>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02" name="Google Shape;302;p3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03" name="Google Shape;303;p36"/>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304" name="Google Shape;304;p36"/>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305" name="Shape 305"/>
        <p:cNvGrpSpPr/>
        <p:nvPr/>
      </p:nvGrpSpPr>
      <p:grpSpPr>
        <a:xfrm>
          <a:off x="0" y="0"/>
          <a:ext cx="0" cy="0"/>
          <a:chOff x="0" y="0"/>
          <a:chExt cx="0" cy="0"/>
        </a:xfrm>
      </p:grpSpPr>
      <p:sp>
        <p:nvSpPr>
          <p:cNvPr id="306" name="Google Shape;306;p37"/>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307" name="Google Shape;307;p3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308" name="Google Shape;308;p3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9" name="Google Shape;309;p3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0" name="Google Shape;310;p3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1" name="Google Shape;311;p37"/>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2" name="Shape 312"/>
        <p:cNvGrpSpPr/>
        <p:nvPr/>
      </p:nvGrpSpPr>
      <p:grpSpPr>
        <a:xfrm>
          <a:off x="0" y="0"/>
          <a:ext cx="0" cy="0"/>
          <a:chOff x="0" y="0"/>
          <a:chExt cx="0" cy="0"/>
        </a:xfrm>
      </p:grpSpPr>
      <p:sp>
        <p:nvSpPr>
          <p:cNvPr id="313" name="Google Shape;313;p3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14" name="Google Shape;314;p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15" name="Shape 315"/>
        <p:cNvGrpSpPr/>
        <p:nvPr/>
      </p:nvGrpSpPr>
      <p:grpSpPr>
        <a:xfrm>
          <a:off x="0" y="0"/>
          <a:ext cx="0" cy="0"/>
          <a:chOff x="0" y="0"/>
          <a:chExt cx="0" cy="0"/>
        </a:xfrm>
      </p:grpSpPr>
      <p:sp>
        <p:nvSpPr>
          <p:cNvPr id="316" name="Google Shape;316;p3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17" name="Shape 317"/>
        <p:cNvGrpSpPr/>
        <p:nvPr/>
      </p:nvGrpSpPr>
      <p:grpSpPr>
        <a:xfrm>
          <a:off x="0" y="0"/>
          <a:ext cx="0" cy="0"/>
          <a:chOff x="0" y="0"/>
          <a:chExt cx="0" cy="0"/>
        </a:xfrm>
      </p:grpSpPr>
      <p:sp>
        <p:nvSpPr>
          <p:cNvPr id="318" name="Google Shape;318;p4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20" name="Shape 320"/>
        <p:cNvGrpSpPr/>
        <p:nvPr/>
      </p:nvGrpSpPr>
      <p:grpSpPr>
        <a:xfrm>
          <a:off x="0" y="0"/>
          <a:ext cx="0" cy="0"/>
          <a:chOff x="0" y="0"/>
          <a:chExt cx="0" cy="0"/>
        </a:xfrm>
      </p:grpSpPr>
      <p:sp>
        <p:nvSpPr>
          <p:cNvPr id="321" name="Google Shape;321;p41"/>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3" name="Google Shape;323;p41"/>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4" name="Shape 324"/>
        <p:cNvGrpSpPr/>
        <p:nvPr/>
      </p:nvGrpSpPr>
      <p:grpSpPr>
        <a:xfrm>
          <a:off x="0" y="0"/>
          <a:ext cx="0" cy="0"/>
          <a:chOff x="0" y="0"/>
          <a:chExt cx="0" cy="0"/>
        </a:xfrm>
      </p:grpSpPr>
      <p:sp>
        <p:nvSpPr>
          <p:cNvPr id="325" name="Google Shape;325;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6" name="Shape 326"/>
        <p:cNvGrpSpPr/>
        <p:nvPr/>
      </p:nvGrpSpPr>
      <p:grpSpPr>
        <a:xfrm>
          <a:off x="0" y="0"/>
          <a:ext cx="0" cy="0"/>
          <a:chOff x="0" y="0"/>
          <a:chExt cx="0" cy="0"/>
        </a:xfrm>
      </p:grpSpPr>
      <p:sp>
        <p:nvSpPr>
          <p:cNvPr id="327" name="Google Shape;327;p4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8" name="Google Shape;328;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29" name="Shape 329"/>
        <p:cNvGrpSpPr/>
        <p:nvPr/>
      </p:nvGrpSpPr>
      <p:grpSpPr>
        <a:xfrm>
          <a:off x="0" y="0"/>
          <a:ext cx="0" cy="0"/>
          <a:chOff x="0" y="0"/>
          <a:chExt cx="0" cy="0"/>
        </a:xfrm>
      </p:grpSpPr>
      <p:sp>
        <p:nvSpPr>
          <p:cNvPr id="330" name="Google Shape;330;p4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31" name="Shape 331"/>
        <p:cNvGrpSpPr/>
        <p:nvPr/>
      </p:nvGrpSpPr>
      <p:grpSpPr>
        <a:xfrm>
          <a:off x="0" y="0"/>
          <a:ext cx="0" cy="0"/>
          <a:chOff x="0" y="0"/>
          <a:chExt cx="0" cy="0"/>
        </a:xfrm>
      </p:grpSpPr>
      <p:sp>
        <p:nvSpPr>
          <p:cNvPr id="332" name="Google Shape;332;p4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33" name="Google Shape;333;p4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34" name="Google Shape;334;p4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35" name="Shape 335"/>
        <p:cNvGrpSpPr/>
        <p:nvPr/>
      </p:nvGrpSpPr>
      <p:grpSpPr>
        <a:xfrm>
          <a:off x="0" y="0"/>
          <a:ext cx="0" cy="0"/>
          <a:chOff x="0" y="0"/>
          <a:chExt cx="0" cy="0"/>
        </a:xfrm>
      </p:grpSpPr>
      <p:sp>
        <p:nvSpPr>
          <p:cNvPr id="336" name="Google Shape;336;p4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37" name="Shape 337"/>
        <p:cNvGrpSpPr/>
        <p:nvPr/>
      </p:nvGrpSpPr>
      <p:grpSpPr>
        <a:xfrm>
          <a:off x="0" y="0"/>
          <a:ext cx="0" cy="0"/>
          <a:chOff x="0" y="0"/>
          <a:chExt cx="0" cy="0"/>
        </a:xfrm>
      </p:grpSpPr>
      <p:sp>
        <p:nvSpPr>
          <p:cNvPr id="338" name="Google Shape;338;p4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9" name="Google Shape;339;p4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40" name="Shape 34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41" name="Shape 341"/>
        <p:cNvGrpSpPr/>
        <p:nvPr/>
      </p:nvGrpSpPr>
      <p:grpSpPr>
        <a:xfrm>
          <a:off x="0" y="0"/>
          <a:ext cx="0" cy="0"/>
          <a:chOff x="0" y="0"/>
          <a:chExt cx="0" cy="0"/>
        </a:xfrm>
      </p:grpSpPr>
      <p:sp>
        <p:nvSpPr>
          <p:cNvPr id="342" name="Google Shape;342;p4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3" name="Google Shape;343;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4" name="Google Shape;344;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8" name="Google Shape;348;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49" name="Shape 349"/>
        <p:cNvGrpSpPr/>
        <p:nvPr/>
      </p:nvGrpSpPr>
      <p:grpSpPr>
        <a:xfrm>
          <a:off x="0" y="0"/>
          <a:ext cx="0" cy="0"/>
          <a:chOff x="0" y="0"/>
          <a:chExt cx="0" cy="0"/>
        </a:xfrm>
      </p:grpSpPr>
      <p:sp>
        <p:nvSpPr>
          <p:cNvPr id="350" name="Google Shape;350;p5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1" name="Google Shape;351;p50"/>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53" name="Shape 353"/>
        <p:cNvGrpSpPr/>
        <p:nvPr/>
      </p:nvGrpSpPr>
      <p:grpSpPr>
        <a:xfrm>
          <a:off x="0" y="0"/>
          <a:ext cx="0" cy="0"/>
          <a:chOff x="0" y="0"/>
          <a:chExt cx="0" cy="0"/>
        </a:xfrm>
      </p:grpSpPr>
      <p:sp>
        <p:nvSpPr>
          <p:cNvPr id="354" name="Google Shape;354;p5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5" name="Google Shape;355;p51"/>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6" name="Google Shape;356;p51"/>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7" name="Google Shape;357;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59" name="Shape 359"/>
        <p:cNvGrpSpPr/>
        <p:nvPr/>
      </p:nvGrpSpPr>
      <p:grpSpPr>
        <a:xfrm>
          <a:off x="0" y="0"/>
          <a:ext cx="0" cy="0"/>
          <a:chOff x="0" y="0"/>
          <a:chExt cx="0" cy="0"/>
        </a:xfrm>
      </p:grpSpPr>
      <p:sp>
        <p:nvSpPr>
          <p:cNvPr id="360" name="Google Shape;360;p52"/>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1" name="Google Shape;361;p52"/>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2" name="Google Shape;362;p52"/>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3" name="Google Shape;363;p52"/>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4" name="Google Shape;364;p52"/>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52"/>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52"/>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67" name="Shape 367"/>
        <p:cNvGrpSpPr/>
        <p:nvPr/>
      </p:nvGrpSpPr>
      <p:grpSpPr>
        <a:xfrm>
          <a:off x="0" y="0"/>
          <a:ext cx="0" cy="0"/>
          <a:chOff x="0" y="0"/>
          <a:chExt cx="0" cy="0"/>
        </a:xfrm>
      </p:grpSpPr>
      <p:sp>
        <p:nvSpPr>
          <p:cNvPr id="368" name="Google Shape;368;p53"/>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9" name="Google Shape;369;p53"/>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0" name="Google Shape;370;p53"/>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53"/>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5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3" name="Google Shape;373;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77" name="Shape 377"/>
        <p:cNvGrpSpPr/>
        <p:nvPr/>
      </p:nvGrpSpPr>
      <p:grpSpPr>
        <a:xfrm>
          <a:off x="0" y="0"/>
          <a:ext cx="0" cy="0"/>
          <a:chOff x="0" y="0"/>
          <a:chExt cx="0" cy="0"/>
        </a:xfrm>
      </p:grpSpPr>
      <p:sp>
        <p:nvSpPr>
          <p:cNvPr id="378" name="Google Shape;378;p5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80" name="Shape 380"/>
        <p:cNvGrpSpPr/>
        <p:nvPr/>
      </p:nvGrpSpPr>
      <p:grpSpPr>
        <a:xfrm>
          <a:off x="0" y="0"/>
          <a:ext cx="0" cy="0"/>
          <a:chOff x="0" y="0"/>
          <a:chExt cx="0" cy="0"/>
        </a:xfrm>
      </p:grpSpPr>
      <p:sp>
        <p:nvSpPr>
          <p:cNvPr id="381" name="Google Shape;381;p55"/>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55"/>
          <p:cNvSpPr/>
          <p:nvPr>
            <p:ph idx="2" type="pic"/>
          </p:nvPr>
        </p:nvSpPr>
        <p:spPr>
          <a:xfrm>
            <a:off x="4804825" y="1133300"/>
            <a:ext cx="4027500" cy="2392800"/>
          </a:xfrm>
          <a:prstGeom prst="rect">
            <a:avLst/>
          </a:prstGeom>
          <a:noFill/>
          <a:ln>
            <a:noFill/>
          </a:ln>
        </p:spPr>
      </p:sp>
      <p:sp>
        <p:nvSpPr>
          <p:cNvPr id="383" name="Google Shape;383;p55"/>
          <p:cNvSpPr/>
          <p:nvPr>
            <p:ph idx="3" type="pic"/>
          </p:nvPr>
        </p:nvSpPr>
        <p:spPr>
          <a:xfrm>
            <a:off x="311725" y="1133300"/>
            <a:ext cx="4027500" cy="2392800"/>
          </a:xfrm>
          <a:prstGeom prst="rect">
            <a:avLst/>
          </a:prstGeom>
          <a:noFill/>
          <a:ln>
            <a:noFill/>
          </a:ln>
        </p:spPr>
      </p:sp>
      <p:sp>
        <p:nvSpPr>
          <p:cNvPr id="384" name="Google Shape;384;p55"/>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55"/>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7" name="Google Shape;387;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88" name="Shape 388"/>
        <p:cNvGrpSpPr/>
        <p:nvPr/>
      </p:nvGrpSpPr>
      <p:grpSpPr>
        <a:xfrm>
          <a:off x="0" y="0"/>
          <a:ext cx="0" cy="0"/>
          <a:chOff x="0" y="0"/>
          <a:chExt cx="0" cy="0"/>
        </a:xfrm>
      </p:grpSpPr>
      <p:sp>
        <p:nvSpPr>
          <p:cNvPr id="389" name="Google Shape;389;p56"/>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0" name="Google Shape;390;p56"/>
          <p:cNvSpPr/>
          <p:nvPr>
            <p:ph idx="2" type="pic"/>
          </p:nvPr>
        </p:nvSpPr>
        <p:spPr>
          <a:xfrm>
            <a:off x="6205225" y="1128325"/>
            <a:ext cx="2627100" cy="2273100"/>
          </a:xfrm>
          <a:prstGeom prst="rect">
            <a:avLst/>
          </a:prstGeom>
          <a:noFill/>
          <a:ln>
            <a:noFill/>
          </a:ln>
        </p:spPr>
      </p:sp>
      <p:sp>
        <p:nvSpPr>
          <p:cNvPr id="391" name="Google Shape;391;p56"/>
          <p:cNvSpPr/>
          <p:nvPr>
            <p:ph idx="3" type="pic"/>
          </p:nvPr>
        </p:nvSpPr>
        <p:spPr>
          <a:xfrm>
            <a:off x="311725" y="1128325"/>
            <a:ext cx="2627100" cy="2273100"/>
          </a:xfrm>
          <a:prstGeom prst="rect">
            <a:avLst/>
          </a:prstGeom>
          <a:noFill/>
          <a:ln>
            <a:noFill/>
          </a:ln>
        </p:spPr>
      </p:sp>
      <p:sp>
        <p:nvSpPr>
          <p:cNvPr id="392" name="Google Shape;392;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56"/>
          <p:cNvSpPr/>
          <p:nvPr>
            <p:ph idx="5" type="pic"/>
          </p:nvPr>
        </p:nvSpPr>
        <p:spPr>
          <a:xfrm>
            <a:off x="3255250" y="1128325"/>
            <a:ext cx="2627100" cy="2273100"/>
          </a:xfrm>
          <a:prstGeom prst="rect">
            <a:avLst/>
          </a:prstGeom>
          <a:noFill/>
          <a:ln>
            <a:noFill/>
          </a:ln>
        </p:spPr>
      </p:sp>
      <p:sp>
        <p:nvSpPr>
          <p:cNvPr id="394" name="Google Shape;394;p56"/>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5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6" name="Google Shape;396;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8" name="Google Shape;398;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99" name="Shape 399"/>
        <p:cNvGrpSpPr/>
        <p:nvPr/>
      </p:nvGrpSpPr>
      <p:grpSpPr>
        <a:xfrm>
          <a:off x="0" y="0"/>
          <a:ext cx="0" cy="0"/>
          <a:chOff x="0" y="0"/>
          <a:chExt cx="0" cy="0"/>
        </a:xfrm>
      </p:grpSpPr>
      <p:sp>
        <p:nvSpPr>
          <p:cNvPr id="400" name="Google Shape;40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01" name="Shape 401"/>
        <p:cNvGrpSpPr/>
        <p:nvPr/>
      </p:nvGrpSpPr>
      <p:grpSpPr>
        <a:xfrm>
          <a:off x="0" y="0"/>
          <a:ext cx="0" cy="0"/>
          <a:chOff x="0" y="0"/>
          <a:chExt cx="0" cy="0"/>
        </a:xfrm>
      </p:grpSpPr>
      <p:sp>
        <p:nvSpPr>
          <p:cNvPr id="402" name="Google Shape;402;p58"/>
          <p:cNvSpPr/>
          <p:nvPr>
            <p:ph idx="2" type="pic"/>
          </p:nvPr>
        </p:nvSpPr>
        <p:spPr>
          <a:xfrm>
            <a:off x="3389600" y="118913"/>
            <a:ext cx="1643700" cy="1535100"/>
          </a:xfrm>
          <a:prstGeom prst="rect">
            <a:avLst/>
          </a:prstGeom>
          <a:noFill/>
          <a:ln>
            <a:noFill/>
          </a:ln>
        </p:spPr>
      </p:sp>
      <p:sp>
        <p:nvSpPr>
          <p:cNvPr id="403" name="Google Shape;403;p58"/>
          <p:cNvSpPr/>
          <p:nvPr>
            <p:ph idx="3" type="pic"/>
          </p:nvPr>
        </p:nvSpPr>
        <p:spPr>
          <a:xfrm>
            <a:off x="5195935" y="118913"/>
            <a:ext cx="1643700" cy="1535100"/>
          </a:xfrm>
          <a:prstGeom prst="rect">
            <a:avLst/>
          </a:prstGeom>
          <a:noFill/>
          <a:ln>
            <a:noFill/>
          </a:ln>
        </p:spPr>
      </p:sp>
      <p:sp>
        <p:nvSpPr>
          <p:cNvPr id="404" name="Google Shape;404;p58"/>
          <p:cNvSpPr/>
          <p:nvPr>
            <p:ph idx="4" type="pic"/>
          </p:nvPr>
        </p:nvSpPr>
        <p:spPr>
          <a:xfrm>
            <a:off x="7002270" y="118913"/>
            <a:ext cx="1643700" cy="1535100"/>
          </a:xfrm>
          <a:prstGeom prst="rect">
            <a:avLst/>
          </a:prstGeom>
          <a:noFill/>
          <a:ln>
            <a:noFill/>
          </a:ln>
        </p:spPr>
      </p:sp>
      <p:sp>
        <p:nvSpPr>
          <p:cNvPr id="405" name="Google Shape;405;p58"/>
          <p:cNvSpPr/>
          <p:nvPr>
            <p:ph idx="5" type="pic"/>
          </p:nvPr>
        </p:nvSpPr>
        <p:spPr>
          <a:xfrm>
            <a:off x="3389588" y="1804212"/>
            <a:ext cx="1643700" cy="1535100"/>
          </a:xfrm>
          <a:prstGeom prst="rect">
            <a:avLst/>
          </a:prstGeom>
          <a:noFill/>
          <a:ln>
            <a:noFill/>
          </a:ln>
        </p:spPr>
      </p:sp>
      <p:sp>
        <p:nvSpPr>
          <p:cNvPr id="406" name="Google Shape;406;p58"/>
          <p:cNvSpPr/>
          <p:nvPr>
            <p:ph idx="6" type="pic"/>
          </p:nvPr>
        </p:nvSpPr>
        <p:spPr>
          <a:xfrm>
            <a:off x="5195922" y="1804212"/>
            <a:ext cx="1643700" cy="1535100"/>
          </a:xfrm>
          <a:prstGeom prst="rect">
            <a:avLst/>
          </a:prstGeom>
          <a:noFill/>
          <a:ln>
            <a:noFill/>
          </a:ln>
        </p:spPr>
      </p:sp>
      <p:sp>
        <p:nvSpPr>
          <p:cNvPr id="407" name="Google Shape;407;p58"/>
          <p:cNvSpPr/>
          <p:nvPr>
            <p:ph idx="7" type="pic"/>
          </p:nvPr>
        </p:nvSpPr>
        <p:spPr>
          <a:xfrm>
            <a:off x="7002257" y="1804212"/>
            <a:ext cx="1643700" cy="1535100"/>
          </a:xfrm>
          <a:prstGeom prst="rect">
            <a:avLst/>
          </a:prstGeom>
          <a:noFill/>
          <a:ln>
            <a:noFill/>
          </a:ln>
        </p:spPr>
      </p:sp>
      <p:sp>
        <p:nvSpPr>
          <p:cNvPr id="408" name="Google Shape;408;p58"/>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58"/>
          <p:cNvSpPr/>
          <p:nvPr>
            <p:ph idx="8" type="pic"/>
          </p:nvPr>
        </p:nvSpPr>
        <p:spPr>
          <a:xfrm>
            <a:off x="3389588" y="3489487"/>
            <a:ext cx="1643700" cy="1535100"/>
          </a:xfrm>
          <a:prstGeom prst="rect">
            <a:avLst/>
          </a:prstGeom>
          <a:noFill/>
          <a:ln>
            <a:noFill/>
          </a:ln>
        </p:spPr>
      </p:sp>
      <p:sp>
        <p:nvSpPr>
          <p:cNvPr id="410" name="Google Shape;410;p58"/>
          <p:cNvSpPr/>
          <p:nvPr>
            <p:ph idx="9" type="pic"/>
          </p:nvPr>
        </p:nvSpPr>
        <p:spPr>
          <a:xfrm>
            <a:off x="5195922" y="3489487"/>
            <a:ext cx="1643700" cy="1535100"/>
          </a:xfrm>
          <a:prstGeom prst="rect">
            <a:avLst/>
          </a:prstGeom>
          <a:noFill/>
          <a:ln>
            <a:noFill/>
          </a:ln>
        </p:spPr>
      </p:sp>
      <p:sp>
        <p:nvSpPr>
          <p:cNvPr id="411" name="Google Shape;41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60" name="Shape 60"/>
        <p:cNvGrpSpPr/>
        <p:nvPr/>
      </p:nvGrpSpPr>
      <p:grpSpPr>
        <a:xfrm>
          <a:off x="0" y="0"/>
          <a:ext cx="0" cy="0"/>
          <a:chOff x="0" y="0"/>
          <a:chExt cx="0" cy="0"/>
        </a:xfrm>
      </p:grpSpPr>
      <p:sp>
        <p:nvSpPr>
          <p:cNvPr id="61" name="Google Shape;61;p13"/>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62" name="Google Shape;62;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63" name="Google Shape;63;p1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3"/>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65" name="Google Shape;65;p1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66" name="Google Shape;66;p1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67" name="Google Shape;67;p13"/>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cxnSp>
        <p:nvCxnSpPr>
          <p:cNvPr id="416" name="Google Shape;416;p59"/>
          <p:cNvCxnSpPr/>
          <p:nvPr/>
        </p:nvCxnSpPr>
        <p:spPr>
          <a:xfrm>
            <a:off x="283850" y="1467534"/>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17" name="Google Shape;417;p59"/>
          <p:cNvCxnSpPr/>
          <p:nvPr/>
        </p:nvCxnSpPr>
        <p:spPr>
          <a:xfrm>
            <a:off x="283850" y="829634"/>
            <a:ext cx="8573100" cy="0"/>
          </a:xfrm>
          <a:prstGeom prst="straightConnector1">
            <a:avLst/>
          </a:prstGeom>
          <a:noFill/>
          <a:ln cap="flat" cmpd="sng" w="9525">
            <a:solidFill>
              <a:schemeClr val="lt1"/>
            </a:solidFill>
            <a:prstDash val="solid"/>
            <a:round/>
            <a:headEnd len="med" w="med" type="none"/>
            <a:tailEnd len="med" w="med" type="none"/>
          </a:ln>
        </p:spPr>
      </p:cxnSp>
      <p:sp>
        <p:nvSpPr>
          <p:cNvPr id="418" name="Google Shape;418;p59"/>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Clr>
                <a:schemeClr val="lt1"/>
              </a:buClr>
              <a:buSzPts val="1100"/>
              <a:buFont typeface="Arial"/>
              <a:buNone/>
            </a:pPr>
            <a:r>
              <a:rPr lang="en"/>
              <a:t>Data 211 Project:</a:t>
            </a:r>
            <a:endParaRPr/>
          </a:p>
          <a:p>
            <a:pPr indent="0" lvl="0" marL="0" rtl="0" algn="l">
              <a:spcBef>
                <a:spcPts val="0"/>
              </a:spcBef>
              <a:spcAft>
                <a:spcPts val="0"/>
              </a:spcAft>
              <a:buClr>
                <a:schemeClr val="lt1"/>
              </a:buClr>
              <a:buSzPts val="1100"/>
              <a:buFont typeface="Arial"/>
              <a:buNone/>
            </a:pPr>
            <a:r>
              <a:rPr lang="en"/>
              <a:t>Mood Tracker</a:t>
            </a:r>
            <a:endParaRPr/>
          </a:p>
        </p:txBody>
      </p:sp>
      <p:sp>
        <p:nvSpPr>
          <p:cNvPr id="419" name="Google Shape;419;p59"/>
          <p:cNvSpPr txBox="1"/>
          <p:nvPr>
            <p:ph idx="2" type="title"/>
          </p:nvPr>
        </p:nvSpPr>
        <p:spPr>
          <a:xfrm>
            <a:off x="284850" y="4620975"/>
            <a:ext cx="1328400" cy="441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600"/>
              <a:t>Ava Gaines</a:t>
            </a:r>
            <a:endParaRPr sz="1600"/>
          </a:p>
        </p:txBody>
      </p:sp>
      <p:cxnSp>
        <p:nvCxnSpPr>
          <p:cNvPr id="420" name="Google Shape;420;p59"/>
          <p:cNvCxnSpPr/>
          <p:nvPr/>
        </p:nvCxnSpPr>
        <p:spPr>
          <a:xfrm>
            <a:off x="283850" y="4572934"/>
            <a:ext cx="8573100" cy="0"/>
          </a:xfrm>
          <a:prstGeom prst="straightConnector1">
            <a:avLst/>
          </a:prstGeom>
          <a:noFill/>
          <a:ln cap="flat" cmpd="sng" w="9525">
            <a:solidFill>
              <a:schemeClr val="lt1"/>
            </a:solidFill>
            <a:prstDash val="solid"/>
            <a:round/>
            <a:headEnd len="med" w="med" type="none"/>
            <a:tailEnd len="med" w="med" type="none"/>
          </a:ln>
        </p:spPr>
      </p:cxnSp>
      <p:sp>
        <p:nvSpPr>
          <p:cNvPr id="421" name="Google Shape;421;p59"/>
          <p:cNvSpPr txBox="1"/>
          <p:nvPr>
            <p:ph idx="2" type="title"/>
          </p:nvPr>
        </p:nvSpPr>
        <p:spPr>
          <a:xfrm>
            <a:off x="6633550" y="4620975"/>
            <a:ext cx="2223300" cy="441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600"/>
              <a:t>Spring 2026 Semester</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0"/>
          <p:cNvSpPr/>
          <p:nvPr/>
        </p:nvSpPr>
        <p:spPr>
          <a:xfrm>
            <a:off x="3547000" y="3219175"/>
            <a:ext cx="5312400" cy="1459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27" name="Google Shape;427;p60"/>
          <p:cNvSpPr/>
          <p:nvPr/>
        </p:nvSpPr>
        <p:spPr>
          <a:xfrm>
            <a:off x="3547050" y="3217800"/>
            <a:ext cx="5312400" cy="16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28" name="Google Shape;428;p60"/>
          <p:cNvSpPr txBox="1"/>
          <p:nvPr>
            <p:ph type="title"/>
          </p:nvPr>
        </p:nvSpPr>
        <p:spPr>
          <a:xfrm>
            <a:off x="284850" y="474875"/>
            <a:ext cx="4227300" cy="115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Research</a:t>
            </a:r>
            <a:endParaRPr/>
          </a:p>
          <a:p>
            <a:pPr indent="0" lvl="0" marL="0" rtl="0" algn="l">
              <a:spcBef>
                <a:spcPts val="0"/>
              </a:spcBef>
              <a:spcAft>
                <a:spcPts val="0"/>
              </a:spcAft>
              <a:buNone/>
            </a:pPr>
            <a:r>
              <a:rPr lang="en"/>
              <a:t>Question</a:t>
            </a:r>
            <a:endParaRPr/>
          </a:p>
        </p:txBody>
      </p:sp>
      <p:sp>
        <p:nvSpPr>
          <p:cNvPr id="429" name="Google Shape;429;p6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6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Name</a:t>
            </a:r>
            <a:endParaRPr/>
          </a:p>
        </p:txBody>
      </p:sp>
      <p:sp>
        <p:nvSpPr>
          <p:cNvPr id="431" name="Google Shape;431;p6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432" name="Google Shape;432;p60"/>
          <p:cNvSpPr txBox="1"/>
          <p:nvPr>
            <p:ph idx="1" type="body"/>
          </p:nvPr>
        </p:nvSpPr>
        <p:spPr>
          <a:xfrm>
            <a:off x="3544450" y="3479875"/>
            <a:ext cx="5312400" cy="923400"/>
          </a:xfrm>
          <a:prstGeom prst="rect">
            <a:avLst/>
          </a:prstGeom>
        </p:spPr>
        <p:txBody>
          <a:bodyPr anchorCtr="0" anchor="t" bIns="91425" lIns="182875" spcFirstLastPara="1" rIns="182875" wrap="square" tIns="91425">
            <a:noAutofit/>
          </a:bodyPr>
          <a:lstStyle/>
          <a:p>
            <a:pPr indent="0" lvl="0" marL="0" rtl="0" algn="l">
              <a:spcBef>
                <a:spcPts val="0"/>
              </a:spcBef>
              <a:spcAft>
                <a:spcPts val="0"/>
              </a:spcAft>
              <a:buNone/>
            </a:pPr>
            <a:r>
              <a:rPr lang="en" sz="1600">
                <a:solidFill>
                  <a:schemeClr val="dk1"/>
                </a:solidFill>
              </a:rPr>
              <a:t>What affects my daily mood?</a:t>
            </a:r>
            <a:endParaRPr sz="1600">
              <a:solidFill>
                <a:schemeClr val="dk1"/>
              </a:solidFill>
            </a:endParaRPr>
          </a:p>
          <a:p>
            <a:pPr indent="0" lvl="0" marL="0" rtl="0" algn="l">
              <a:spcBef>
                <a:spcPts val="0"/>
              </a:spcBef>
              <a:spcAft>
                <a:spcPts val="0"/>
              </a:spcAft>
              <a:buNone/>
            </a:pPr>
            <a:r>
              <a:rPr lang="en" sz="1600">
                <a:solidFill>
                  <a:schemeClr val="dk1"/>
                </a:solidFill>
              </a:rPr>
              <a:t>Does it depend on whether I go outside each day?</a:t>
            </a:r>
            <a:endParaRPr sz="1600">
              <a:solidFill>
                <a:schemeClr val="dk1"/>
              </a:solidFill>
            </a:endParaRPr>
          </a:p>
        </p:txBody>
      </p:sp>
      <p:sp>
        <p:nvSpPr>
          <p:cNvPr id="433" name="Google Shape;433;p60"/>
          <p:cNvSpPr/>
          <p:nvPr/>
        </p:nvSpPr>
        <p:spPr>
          <a:xfrm rot="5400000">
            <a:off x="3852735" y="951709"/>
            <a:ext cx="659347" cy="659347"/>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cxnSp>
        <p:nvCxnSpPr>
          <p:cNvPr id="434" name="Google Shape;434;p60"/>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35" name="Google Shape;435;p60"/>
          <p:cNvCxnSpPr/>
          <p:nvPr/>
        </p:nvCxnSpPr>
        <p:spPr>
          <a:xfrm>
            <a:off x="283850" y="1751842"/>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36" name="Google Shape;436;p60"/>
          <p:cNvCxnSpPr/>
          <p:nvPr/>
        </p:nvCxnSpPr>
        <p:spPr>
          <a:xfrm>
            <a:off x="283850" y="3217783"/>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37" name="Google Shape;437;p60"/>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1"/>
          <p:cNvSpPr/>
          <p:nvPr/>
        </p:nvSpPr>
        <p:spPr>
          <a:xfrm>
            <a:off x="4629750" y="285900"/>
            <a:ext cx="4227300" cy="1465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43" name="Google Shape;443;p61"/>
          <p:cNvSpPr/>
          <p:nvPr/>
        </p:nvSpPr>
        <p:spPr>
          <a:xfrm>
            <a:off x="4629750" y="3217800"/>
            <a:ext cx="4227300" cy="146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44" name="Google Shape;444;p61"/>
          <p:cNvSpPr/>
          <p:nvPr/>
        </p:nvSpPr>
        <p:spPr>
          <a:xfrm>
            <a:off x="4629750" y="1752000"/>
            <a:ext cx="4227300" cy="1465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45" name="Google Shape;445;p61"/>
          <p:cNvSpPr txBox="1"/>
          <p:nvPr>
            <p:ph idx="1" type="subTitle"/>
          </p:nvPr>
        </p:nvSpPr>
        <p:spPr>
          <a:xfrm>
            <a:off x="4629000" y="285900"/>
            <a:ext cx="3679200" cy="471000"/>
          </a:xfrm>
          <a:prstGeom prst="rect">
            <a:avLst/>
          </a:prstGeom>
        </p:spPr>
        <p:txBody>
          <a:bodyPr anchorCtr="0" anchor="t" bIns="0" lIns="182875" spcFirstLastPara="1" rIns="0" wrap="square" tIns="182875">
            <a:noAutofit/>
          </a:bodyPr>
          <a:lstStyle/>
          <a:p>
            <a:pPr indent="0" lvl="0" marL="0" rtl="0" algn="l">
              <a:spcBef>
                <a:spcPts val="0"/>
              </a:spcBef>
              <a:spcAft>
                <a:spcPts val="0"/>
              </a:spcAft>
              <a:buNone/>
            </a:pPr>
            <a:r>
              <a:rPr lang="en" sz="2200">
                <a:solidFill>
                  <a:schemeClr val="lt1"/>
                </a:solidFill>
              </a:rPr>
              <a:t>Observations</a:t>
            </a:r>
            <a:endParaRPr sz="2200">
              <a:solidFill>
                <a:schemeClr val="lt1"/>
              </a:solidFill>
            </a:endParaRPr>
          </a:p>
        </p:txBody>
      </p:sp>
      <p:sp>
        <p:nvSpPr>
          <p:cNvPr id="446" name="Google Shape;446;p61"/>
          <p:cNvSpPr txBox="1"/>
          <p:nvPr>
            <p:ph type="title"/>
          </p:nvPr>
        </p:nvSpPr>
        <p:spPr>
          <a:xfrm>
            <a:off x="283850" y="285900"/>
            <a:ext cx="36141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 Overview</a:t>
            </a:r>
            <a:endParaRPr/>
          </a:p>
        </p:txBody>
      </p:sp>
      <p:sp>
        <p:nvSpPr>
          <p:cNvPr id="447" name="Google Shape;447;p61"/>
          <p:cNvSpPr txBox="1"/>
          <p:nvPr>
            <p:ph idx="2" type="body"/>
          </p:nvPr>
        </p:nvSpPr>
        <p:spPr>
          <a:xfrm>
            <a:off x="4629450" y="999350"/>
            <a:ext cx="4144200" cy="5910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sz="1700">
                <a:solidFill>
                  <a:schemeClr val="lt1"/>
                </a:solidFill>
              </a:rPr>
              <a:t>21 observations, collected daily with  Daylio app, then transferred to excel</a:t>
            </a:r>
            <a:endParaRPr sz="1700">
              <a:solidFill>
                <a:schemeClr val="lt1"/>
              </a:solidFill>
            </a:endParaRPr>
          </a:p>
        </p:txBody>
      </p:sp>
      <p:sp>
        <p:nvSpPr>
          <p:cNvPr id="448" name="Google Shape;448;p61"/>
          <p:cNvSpPr txBox="1"/>
          <p:nvPr>
            <p:ph idx="5" type="subTitle"/>
          </p:nvPr>
        </p:nvSpPr>
        <p:spPr>
          <a:xfrm>
            <a:off x="4629000" y="1751850"/>
            <a:ext cx="3679200" cy="464700"/>
          </a:xfrm>
          <a:prstGeom prst="rect">
            <a:avLst/>
          </a:prstGeom>
        </p:spPr>
        <p:txBody>
          <a:bodyPr anchorCtr="0" anchor="t" bIns="0" lIns="182875" spcFirstLastPara="1" rIns="0" wrap="square" tIns="182875">
            <a:noAutofit/>
          </a:bodyPr>
          <a:lstStyle/>
          <a:p>
            <a:pPr indent="0" lvl="0" marL="0" rtl="0" algn="l">
              <a:spcBef>
                <a:spcPts val="0"/>
              </a:spcBef>
              <a:spcAft>
                <a:spcPts val="0"/>
              </a:spcAft>
              <a:buNone/>
            </a:pPr>
            <a:r>
              <a:rPr lang="en" sz="2200">
                <a:solidFill>
                  <a:schemeClr val="lt1"/>
                </a:solidFill>
              </a:rPr>
              <a:t>Variable 1</a:t>
            </a:r>
            <a:endParaRPr sz="2200">
              <a:solidFill>
                <a:schemeClr val="lt1"/>
              </a:solidFill>
            </a:endParaRPr>
          </a:p>
        </p:txBody>
      </p:sp>
      <p:sp>
        <p:nvSpPr>
          <p:cNvPr id="449" name="Google Shape;449;p61"/>
          <p:cNvSpPr txBox="1"/>
          <p:nvPr>
            <p:ph idx="6" type="body"/>
          </p:nvPr>
        </p:nvSpPr>
        <p:spPr>
          <a:xfrm>
            <a:off x="4629450" y="2439900"/>
            <a:ext cx="4144200" cy="7221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sz="1800">
                <a:solidFill>
                  <a:schemeClr val="lt1"/>
                </a:solidFill>
              </a:rPr>
              <a:t>Did I leave the house that day?</a:t>
            </a:r>
            <a:endParaRPr sz="1800">
              <a:solidFill>
                <a:schemeClr val="lt1"/>
              </a:solidFill>
            </a:endParaRPr>
          </a:p>
          <a:p>
            <a:pPr indent="0" lvl="0" marL="0" rtl="0" algn="l">
              <a:spcBef>
                <a:spcPts val="0"/>
              </a:spcBef>
              <a:spcAft>
                <a:spcPts val="0"/>
              </a:spcAft>
              <a:buNone/>
            </a:pPr>
            <a:r>
              <a:rPr lang="en" sz="1800">
                <a:solidFill>
                  <a:schemeClr val="lt1"/>
                </a:solidFill>
              </a:rPr>
              <a:t>Binary: yes or no</a:t>
            </a:r>
            <a:endParaRPr sz="1800">
              <a:solidFill>
                <a:schemeClr val="lt1"/>
              </a:solidFill>
            </a:endParaRPr>
          </a:p>
        </p:txBody>
      </p:sp>
      <p:sp>
        <p:nvSpPr>
          <p:cNvPr id="450" name="Google Shape;450;p61"/>
          <p:cNvSpPr txBox="1"/>
          <p:nvPr>
            <p:ph idx="7" type="subTitle"/>
          </p:nvPr>
        </p:nvSpPr>
        <p:spPr>
          <a:xfrm>
            <a:off x="4629000" y="3217800"/>
            <a:ext cx="3679200" cy="552000"/>
          </a:xfrm>
          <a:prstGeom prst="rect">
            <a:avLst/>
          </a:prstGeom>
        </p:spPr>
        <p:txBody>
          <a:bodyPr anchorCtr="0" anchor="t" bIns="0" lIns="182875" spcFirstLastPara="1" rIns="0" wrap="square" tIns="182875">
            <a:noAutofit/>
          </a:bodyPr>
          <a:lstStyle/>
          <a:p>
            <a:pPr indent="0" lvl="0" marL="0" rtl="0" algn="l">
              <a:spcBef>
                <a:spcPts val="0"/>
              </a:spcBef>
              <a:spcAft>
                <a:spcPts val="0"/>
              </a:spcAft>
              <a:buNone/>
            </a:pPr>
            <a:r>
              <a:rPr lang="en" sz="2200"/>
              <a:t>Variable 2</a:t>
            </a:r>
            <a:endParaRPr sz="2200"/>
          </a:p>
        </p:txBody>
      </p:sp>
      <p:sp>
        <p:nvSpPr>
          <p:cNvPr id="451" name="Google Shape;451;p61"/>
          <p:cNvSpPr txBox="1"/>
          <p:nvPr>
            <p:ph idx="8" type="body"/>
          </p:nvPr>
        </p:nvSpPr>
        <p:spPr>
          <a:xfrm>
            <a:off x="4629450" y="3718000"/>
            <a:ext cx="4024200" cy="8043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sz="1800"/>
              <a:t>What was my mood that day?</a:t>
            </a:r>
            <a:endParaRPr sz="1800"/>
          </a:p>
          <a:p>
            <a:pPr indent="0" lvl="0" marL="0" rtl="0" algn="l">
              <a:spcBef>
                <a:spcPts val="0"/>
              </a:spcBef>
              <a:spcAft>
                <a:spcPts val="0"/>
              </a:spcAft>
              <a:buNone/>
            </a:pPr>
            <a:r>
              <a:rPr lang="en" sz="1800"/>
              <a:t>Continuous: 1-5</a:t>
            </a:r>
            <a:endParaRPr sz="1800"/>
          </a:p>
        </p:txBody>
      </p:sp>
      <p:cxnSp>
        <p:nvCxnSpPr>
          <p:cNvPr id="452" name="Google Shape;452;p61"/>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cxnSp>
        <p:nvCxnSpPr>
          <p:cNvPr id="457" name="Google Shape;457;p62"/>
          <p:cNvCxnSpPr/>
          <p:nvPr/>
        </p:nvCxnSpPr>
        <p:spPr>
          <a:xfrm rot="10800000">
            <a:off x="-50" y="4682675"/>
            <a:ext cx="9144000" cy="0"/>
          </a:xfrm>
          <a:prstGeom prst="straightConnector1">
            <a:avLst/>
          </a:prstGeom>
          <a:noFill/>
          <a:ln cap="flat" cmpd="sng" w="9525">
            <a:solidFill>
              <a:schemeClr val="dk2"/>
            </a:solidFill>
            <a:prstDash val="solid"/>
            <a:round/>
            <a:headEnd len="med" w="med" type="none"/>
            <a:tailEnd len="med" w="med" type="none"/>
          </a:ln>
        </p:spPr>
      </p:cxnSp>
      <p:sp>
        <p:nvSpPr>
          <p:cNvPr id="458" name="Google Shape;458;p62"/>
          <p:cNvSpPr/>
          <p:nvPr/>
        </p:nvSpPr>
        <p:spPr>
          <a:xfrm>
            <a:off x="284850" y="1555575"/>
            <a:ext cx="1005000" cy="9657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459" name="Google Shape;459;p62"/>
          <p:cNvSpPr/>
          <p:nvPr/>
        </p:nvSpPr>
        <p:spPr>
          <a:xfrm>
            <a:off x="284850" y="2636275"/>
            <a:ext cx="1005000" cy="965700"/>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460" name="Google Shape;460;p62"/>
          <p:cNvSpPr/>
          <p:nvPr/>
        </p:nvSpPr>
        <p:spPr>
          <a:xfrm>
            <a:off x="284850" y="3716975"/>
            <a:ext cx="1005000" cy="965700"/>
          </a:xfrm>
          <a:prstGeom prst="roundRect">
            <a:avLst>
              <a:gd fmla="val 50000" name="adj"/>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cxnSp>
        <p:nvCxnSpPr>
          <p:cNvPr id="461" name="Google Shape;461;p62"/>
          <p:cNvCxnSpPr/>
          <p:nvPr/>
        </p:nvCxnSpPr>
        <p:spPr>
          <a:xfrm rot="10800000">
            <a:off x="-50" y="15520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62"/>
          <p:cNvCxnSpPr/>
          <p:nvPr/>
        </p:nvCxnSpPr>
        <p:spPr>
          <a:xfrm rot="10800000">
            <a:off x="-50" y="26362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62"/>
          <p:cNvCxnSpPr/>
          <p:nvPr/>
        </p:nvCxnSpPr>
        <p:spPr>
          <a:xfrm rot="10800000">
            <a:off x="-50" y="37169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62"/>
          <p:cNvCxnSpPr/>
          <p:nvPr/>
        </p:nvCxnSpPr>
        <p:spPr>
          <a:xfrm rot="10800000">
            <a:off x="-50" y="3606550"/>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465" name="Google Shape;465;p62"/>
          <p:cNvCxnSpPr/>
          <p:nvPr/>
        </p:nvCxnSpPr>
        <p:spPr>
          <a:xfrm rot="10800000">
            <a:off x="-50" y="2525850"/>
            <a:ext cx="9144000" cy="0"/>
          </a:xfrm>
          <a:prstGeom prst="straightConnector1">
            <a:avLst/>
          </a:prstGeom>
          <a:noFill/>
          <a:ln cap="flat" cmpd="sng" w="9525">
            <a:solidFill>
              <a:schemeClr val="dk2"/>
            </a:solidFill>
            <a:prstDash val="solid"/>
            <a:round/>
            <a:headEnd len="med" w="med" type="none"/>
            <a:tailEnd len="med" w="med" type="none"/>
          </a:ln>
        </p:spPr>
      </p:cxnSp>
      <p:sp>
        <p:nvSpPr>
          <p:cNvPr id="466" name="Google Shape;466;p62"/>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a:t>
            </a:r>
            <a:r>
              <a:rPr lang="en">
                <a:solidFill>
                  <a:schemeClr val="lt1"/>
                </a:solidFill>
              </a:rPr>
              <a:t>1</a:t>
            </a:r>
            <a:endParaRPr>
              <a:solidFill>
                <a:schemeClr val="lt1"/>
              </a:solidFill>
            </a:endParaRPr>
          </a:p>
        </p:txBody>
      </p:sp>
      <p:sp>
        <p:nvSpPr>
          <p:cNvPr id="467" name="Google Shape;467;p62"/>
          <p:cNvSpPr txBox="1"/>
          <p:nvPr>
            <p:ph idx="1" type="subTitle"/>
          </p:nvPr>
        </p:nvSpPr>
        <p:spPr>
          <a:xfrm>
            <a:off x="288625" y="26362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0</a:t>
            </a:r>
            <a:r>
              <a:rPr lang="en"/>
              <a:t>2</a:t>
            </a:r>
            <a:endParaRPr/>
          </a:p>
        </p:txBody>
      </p:sp>
      <p:sp>
        <p:nvSpPr>
          <p:cNvPr id="468" name="Google Shape;468;p62"/>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a:t>
            </a:r>
            <a:r>
              <a:rPr lang="en">
                <a:solidFill>
                  <a:schemeClr val="lt1"/>
                </a:solidFill>
              </a:rPr>
              <a:t>3</a:t>
            </a:r>
            <a:endParaRPr>
              <a:solidFill>
                <a:schemeClr val="lt1"/>
              </a:solidFill>
            </a:endParaRPr>
          </a:p>
        </p:txBody>
      </p:sp>
      <p:sp>
        <p:nvSpPr>
          <p:cNvPr id="469" name="Google Shape;469;p62"/>
          <p:cNvSpPr txBox="1"/>
          <p:nvPr>
            <p:ph type="title"/>
          </p:nvPr>
        </p:nvSpPr>
        <p:spPr>
          <a:xfrm>
            <a:off x="288625" y="285900"/>
            <a:ext cx="6892200" cy="5757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lang="en" sz="4400"/>
              <a:t>What is being measured?</a:t>
            </a:r>
            <a:endParaRPr sz="4500"/>
          </a:p>
        </p:txBody>
      </p:sp>
      <p:sp>
        <p:nvSpPr>
          <p:cNvPr id="470" name="Google Shape;470;p62"/>
          <p:cNvSpPr txBox="1"/>
          <p:nvPr>
            <p:ph idx="6" type="body"/>
          </p:nvPr>
        </p:nvSpPr>
        <p:spPr>
          <a:xfrm>
            <a:off x="4918325" y="1553875"/>
            <a:ext cx="4225500" cy="97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1700"/>
              <a:t>Going outside has a statistically significant effect on my mood quality</a:t>
            </a:r>
            <a:endParaRPr sz="1700"/>
          </a:p>
        </p:txBody>
      </p:sp>
      <p:sp>
        <p:nvSpPr>
          <p:cNvPr id="471" name="Google Shape;471;p62"/>
          <p:cNvSpPr txBox="1"/>
          <p:nvPr>
            <p:ph idx="4" type="body"/>
          </p:nvPr>
        </p:nvSpPr>
        <p:spPr>
          <a:xfrm>
            <a:off x="4918350" y="2635425"/>
            <a:ext cx="4225500" cy="97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2200"/>
              <a:t>What was my daily mood? Scale of 1 (worst) to 5 (best)</a:t>
            </a:r>
            <a:endParaRPr sz="2200"/>
          </a:p>
        </p:txBody>
      </p:sp>
      <p:sp>
        <p:nvSpPr>
          <p:cNvPr id="472" name="Google Shape;472;p62"/>
          <p:cNvSpPr txBox="1"/>
          <p:nvPr>
            <p:ph idx="5" type="body"/>
          </p:nvPr>
        </p:nvSpPr>
        <p:spPr>
          <a:xfrm>
            <a:off x="4918350" y="3707200"/>
            <a:ext cx="4225500" cy="97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2200"/>
              <a:t>Did I go outside?</a:t>
            </a:r>
            <a:endParaRPr sz="2200"/>
          </a:p>
          <a:p>
            <a:pPr indent="0" lvl="0" marL="0" rtl="0" algn="ctr">
              <a:spcBef>
                <a:spcPts val="0"/>
              </a:spcBef>
              <a:spcAft>
                <a:spcPts val="0"/>
              </a:spcAft>
              <a:buNone/>
            </a:pPr>
            <a:r>
              <a:rPr lang="en" sz="2200"/>
              <a:t>Yes or No</a:t>
            </a:r>
            <a:endParaRPr sz="2200"/>
          </a:p>
        </p:txBody>
      </p:sp>
      <p:sp>
        <p:nvSpPr>
          <p:cNvPr id="473" name="Google Shape;473;p62"/>
          <p:cNvSpPr txBox="1"/>
          <p:nvPr>
            <p:ph idx="9" type="subTitle"/>
          </p:nvPr>
        </p:nvSpPr>
        <p:spPr>
          <a:xfrm>
            <a:off x="1648600" y="2636275"/>
            <a:ext cx="2821800" cy="972000"/>
          </a:xfrm>
          <a:prstGeom prst="rect">
            <a:avLst/>
          </a:prstGeom>
        </p:spPr>
        <p:txBody>
          <a:bodyPr anchorCtr="0" anchor="ctr" bIns="0" lIns="0" spcFirstLastPara="1" rIns="0" wrap="square" tIns="0">
            <a:normAutofit lnSpcReduction="20000"/>
          </a:bodyPr>
          <a:lstStyle/>
          <a:p>
            <a:pPr indent="0" lvl="0" marL="0" rtl="0" algn="l">
              <a:spcBef>
                <a:spcPts val="0"/>
              </a:spcBef>
              <a:spcAft>
                <a:spcPts val="0"/>
              </a:spcAft>
              <a:buNone/>
            </a:pPr>
            <a:r>
              <a:rPr lang="en"/>
              <a:t>Dependent</a:t>
            </a:r>
            <a:endParaRPr/>
          </a:p>
          <a:p>
            <a:pPr indent="0" lvl="0" marL="0" rtl="0" algn="l">
              <a:spcBef>
                <a:spcPts val="0"/>
              </a:spcBef>
              <a:spcAft>
                <a:spcPts val="0"/>
              </a:spcAft>
              <a:buNone/>
            </a:pPr>
            <a:r>
              <a:rPr lang="en"/>
              <a:t>Variable</a:t>
            </a:r>
            <a:endParaRPr/>
          </a:p>
        </p:txBody>
      </p:sp>
      <p:sp>
        <p:nvSpPr>
          <p:cNvPr id="474" name="Google Shape;474;p62"/>
          <p:cNvSpPr txBox="1"/>
          <p:nvPr>
            <p:ph idx="13" type="subTitle"/>
          </p:nvPr>
        </p:nvSpPr>
        <p:spPr>
          <a:xfrm>
            <a:off x="1648600" y="1552450"/>
            <a:ext cx="1328400" cy="972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Claim</a:t>
            </a:r>
            <a:endParaRPr/>
          </a:p>
        </p:txBody>
      </p:sp>
      <p:sp>
        <p:nvSpPr>
          <p:cNvPr id="475" name="Google Shape;475;p62"/>
          <p:cNvSpPr txBox="1"/>
          <p:nvPr>
            <p:ph idx="14" type="subTitle"/>
          </p:nvPr>
        </p:nvSpPr>
        <p:spPr>
          <a:xfrm>
            <a:off x="1648600" y="3707625"/>
            <a:ext cx="2923500" cy="972000"/>
          </a:xfrm>
          <a:prstGeom prst="rect">
            <a:avLst/>
          </a:prstGeom>
        </p:spPr>
        <p:txBody>
          <a:bodyPr anchorCtr="0" anchor="ctr" bIns="0" lIns="0" spcFirstLastPara="1" rIns="0" wrap="square" tIns="0">
            <a:normAutofit lnSpcReduction="20000"/>
          </a:bodyPr>
          <a:lstStyle/>
          <a:p>
            <a:pPr indent="0" lvl="0" marL="0" rtl="0" algn="l">
              <a:spcBef>
                <a:spcPts val="0"/>
              </a:spcBef>
              <a:spcAft>
                <a:spcPts val="0"/>
              </a:spcAft>
              <a:buNone/>
            </a:pPr>
            <a:r>
              <a:rPr lang="en"/>
              <a:t>Independent</a:t>
            </a:r>
            <a:endParaRPr/>
          </a:p>
          <a:p>
            <a:pPr indent="0" lvl="0" marL="0" rtl="0" algn="l">
              <a:spcBef>
                <a:spcPts val="0"/>
              </a:spcBef>
              <a:spcAft>
                <a:spcPts val="0"/>
              </a:spcAft>
              <a:buNone/>
            </a:pPr>
            <a:r>
              <a:rPr lang="en"/>
              <a:t>Variable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3"/>
          <p:cNvSpPr txBox="1"/>
          <p:nvPr>
            <p:ph type="title"/>
          </p:nvPr>
        </p:nvSpPr>
        <p:spPr>
          <a:xfrm>
            <a:off x="283850" y="285900"/>
            <a:ext cx="4470300" cy="497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800"/>
              <a:t>Hypothesis Testing</a:t>
            </a:r>
            <a:endParaRPr sz="3800"/>
          </a:p>
        </p:txBody>
      </p:sp>
      <p:sp>
        <p:nvSpPr>
          <p:cNvPr id="481" name="Google Shape;481;p63"/>
          <p:cNvSpPr txBox="1"/>
          <p:nvPr>
            <p:ph idx="4" type="subTitle"/>
          </p:nvPr>
        </p:nvSpPr>
        <p:spPr>
          <a:xfrm>
            <a:off x="294688" y="1171438"/>
            <a:ext cx="2050800" cy="537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 1</a:t>
            </a:r>
            <a:endParaRPr/>
          </a:p>
        </p:txBody>
      </p:sp>
      <p:sp>
        <p:nvSpPr>
          <p:cNvPr id="482" name="Google Shape;482;p63"/>
          <p:cNvSpPr txBox="1"/>
          <p:nvPr>
            <p:ph idx="6" type="subTitle"/>
          </p:nvPr>
        </p:nvSpPr>
        <p:spPr>
          <a:xfrm>
            <a:off x="2462763" y="1171438"/>
            <a:ext cx="2050800" cy="537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 2</a:t>
            </a:r>
            <a:endParaRPr/>
          </a:p>
        </p:txBody>
      </p:sp>
      <p:sp>
        <p:nvSpPr>
          <p:cNvPr id="483" name="Google Shape;483;p63"/>
          <p:cNvSpPr txBox="1"/>
          <p:nvPr>
            <p:ph idx="8" type="subTitle"/>
          </p:nvPr>
        </p:nvSpPr>
        <p:spPr>
          <a:xfrm>
            <a:off x="4635438" y="1171438"/>
            <a:ext cx="2050800" cy="537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 3</a:t>
            </a:r>
            <a:endParaRPr/>
          </a:p>
        </p:txBody>
      </p:sp>
      <p:sp>
        <p:nvSpPr>
          <p:cNvPr id="484" name="Google Shape;484;p63"/>
          <p:cNvSpPr txBox="1"/>
          <p:nvPr>
            <p:ph idx="13" type="subTitle"/>
          </p:nvPr>
        </p:nvSpPr>
        <p:spPr>
          <a:xfrm>
            <a:off x="6808113" y="1171438"/>
            <a:ext cx="2050800" cy="537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 4</a:t>
            </a:r>
            <a:endParaRPr/>
          </a:p>
        </p:txBody>
      </p:sp>
      <p:cxnSp>
        <p:nvCxnSpPr>
          <p:cNvPr id="485" name="Google Shape;485;p63"/>
          <p:cNvCxnSpPr/>
          <p:nvPr/>
        </p:nvCxnSpPr>
        <p:spPr>
          <a:xfrm>
            <a:off x="289902" y="1882763"/>
            <a:ext cx="8575500" cy="0"/>
          </a:xfrm>
          <a:prstGeom prst="straightConnector1">
            <a:avLst/>
          </a:prstGeom>
          <a:noFill/>
          <a:ln cap="flat" cmpd="sng" w="19050">
            <a:solidFill>
              <a:schemeClr val="accent1"/>
            </a:solidFill>
            <a:prstDash val="solid"/>
            <a:round/>
            <a:headEnd len="med" w="med" type="none"/>
            <a:tailEnd len="med" w="med" type="none"/>
          </a:ln>
        </p:spPr>
      </p:cxnSp>
      <p:sp>
        <p:nvSpPr>
          <p:cNvPr id="486" name="Google Shape;486;p63"/>
          <p:cNvSpPr/>
          <p:nvPr/>
        </p:nvSpPr>
        <p:spPr>
          <a:xfrm>
            <a:off x="2489032" y="1846813"/>
            <a:ext cx="72000" cy="72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87" name="Google Shape;487;p63"/>
          <p:cNvSpPr/>
          <p:nvPr/>
        </p:nvSpPr>
        <p:spPr>
          <a:xfrm>
            <a:off x="275382" y="1846813"/>
            <a:ext cx="72000" cy="72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88" name="Google Shape;488;p63"/>
          <p:cNvSpPr/>
          <p:nvPr/>
        </p:nvSpPr>
        <p:spPr>
          <a:xfrm>
            <a:off x="4688170" y="1846813"/>
            <a:ext cx="72000" cy="72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89" name="Google Shape;489;p63"/>
          <p:cNvSpPr/>
          <p:nvPr/>
        </p:nvSpPr>
        <p:spPr>
          <a:xfrm>
            <a:off x="6883538" y="1846813"/>
            <a:ext cx="72000" cy="72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90" name="Google Shape;490;p63"/>
          <p:cNvSpPr/>
          <p:nvPr/>
        </p:nvSpPr>
        <p:spPr>
          <a:xfrm>
            <a:off x="8793370" y="1846813"/>
            <a:ext cx="72000" cy="72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cxnSp>
        <p:nvCxnSpPr>
          <p:cNvPr id="491" name="Google Shape;491;p63"/>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492" name="Google Shape;492;p63"/>
          <p:cNvSpPr txBox="1"/>
          <p:nvPr/>
        </p:nvSpPr>
        <p:spPr>
          <a:xfrm>
            <a:off x="270900" y="1967175"/>
            <a:ext cx="2218200" cy="244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Inter"/>
                <a:ea typeface="Inter"/>
                <a:cs typeface="Inter"/>
                <a:sym typeface="Inter"/>
              </a:rPr>
              <a:t>Null </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2000">
                <a:solidFill>
                  <a:schemeClr val="dk1"/>
                </a:solidFill>
                <a:latin typeface="Inter"/>
                <a:ea typeface="Inter"/>
                <a:cs typeface="Inter"/>
                <a:sym typeface="Inter"/>
              </a:rPr>
              <a:t>Hypothesis</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2000">
                <a:solidFill>
                  <a:schemeClr val="dk1"/>
                </a:solidFill>
                <a:latin typeface="Inter"/>
                <a:ea typeface="Inter"/>
                <a:cs typeface="Inter"/>
                <a:sym typeface="Inter"/>
              </a:rPr>
              <a:t>H</a:t>
            </a:r>
            <a:r>
              <a:rPr baseline="-25000" lang="en" sz="2000">
                <a:solidFill>
                  <a:schemeClr val="dk1"/>
                </a:solidFill>
                <a:latin typeface="Inter"/>
                <a:ea typeface="Inter"/>
                <a:cs typeface="Inter"/>
                <a:sym typeface="Inter"/>
              </a:rPr>
              <a:t>0</a:t>
            </a:r>
            <a:r>
              <a:rPr lang="en" sz="2000">
                <a:solidFill>
                  <a:schemeClr val="dk1"/>
                </a:solidFill>
                <a:latin typeface="Inter"/>
                <a:ea typeface="Inter"/>
                <a:cs typeface="Inter"/>
                <a:sym typeface="Inter"/>
              </a:rPr>
              <a:t> : μ</a:t>
            </a:r>
            <a:r>
              <a:rPr baseline="-25000" lang="en" sz="2000">
                <a:solidFill>
                  <a:schemeClr val="dk1"/>
                </a:solidFill>
                <a:latin typeface="Inter"/>
                <a:ea typeface="Inter"/>
                <a:cs typeface="Inter"/>
                <a:sym typeface="Inter"/>
              </a:rPr>
              <a:t>yes</a:t>
            </a:r>
            <a:r>
              <a:rPr lang="en" sz="2000">
                <a:solidFill>
                  <a:schemeClr val="dk1"/>
                </a:solidFill>
                <a:latin typeface="Inter"/>
                <a:ea typeface="Inter"/>
                <a:cs typeface="Inter"/>
                <a:sym typeface="Inter"/>
              </a:rPr>
              <a:t> = μ</a:t>
            </a:r>
            <a:r>
              <a:rPr baseline="-25000" lang="en" sz="2000">
                <a:solidFill>
                  <a:schemeClr val="dk1"/>
                </a:solidFill>
                <a:latin typeface="Inter"/>
                <a:ea typeface="Inter"/>
                <a:cs typeface="Inter"/>
                <a:sym typeface="Inter"/>
              </a:rPr>
              <a:t>no</a:t>
            </a:r>
            <a:endParaRPr sz="2000">
              <a:solidFill>
                <a:schemeClr val="dk1"/>
              </a:solidFill>
              <a:latin typeface="Inter"/>
              <a:ea typeface="Inter"/>
              <a:cs typeface="Inter"/>
              <a:sym typeface="Inter"/>
            </a:endParaRPr>
          </a:p>
          <a:p>
            <a:pPr indent="0" lvl="0" marL="0" rtl="0" algn="l">
              <a:spcBef>
                <a:spcPts val="1000"/>
              </a:spcBef>
              <a:spcAft>
                <a:spcPts val="0"/>
              </a:spcAft>
              <a:buNone/>
            </a:pPr>
            <a:r>
              <a:t/>
            </a:r>
            <a:endParaRPr>
              <a:solidFill>
                <a:schemeClr val="dk1"/>
              </a:solidFill>
              <a:latin typeface="Inter"/>
              <a:ea typeface="Inter"/>
              <a:cs typeface="Inter"/>
              <a:sym typeface="Inter"/>
            </a:endParaRPr>
          </a:p>
          <a:p>
            <a:pPr indent="0" lvl="0" marL="0" rtl="0" algn="l">
              <a:spcBef>
                <a:spcPts val="1000"/>
              </a:spcBef>
              <a:spcAft>
                <a:spcPts val="1000"/>
              </a:spcAft>
              <a:buClr>
                <a:schemeClr val="lt1"/>
              </a:buClr>
              <a:buSzPts val="1100"/>
              <a:buFont typeface="Arial"/>
              <a:buNone/>
            </a:pPr>
            <a:r>
              <a:rPr lang="en">
                <a:solidFill>
                  <a:schemeClr val="dk1"/>
                </a:solidFill>
                <a:latin typeface="Inter"/>
                <a:ea typeface="Inter"/>
                <a:cs typeface="Inter"/>
                <a:sym typeface="Inter"/>
              </a:rPr>
              <a:t>No difference in mood between days when I leave my home and days when I do not</a:t>
            </a:r>
            <a:endParaRPr>
              <a:solidFill>
                <a:schemeClr val="dk1"/>
              </a:solidFill>
              <a:latin typeface="Inter"/>
              <a:ea typeface="Inter"/>
              <a:cs typeface="Inter"/>
              <a:sym typeface="Inter"/>
            </a:endParaRPr>
          </a:p>
        </p:txBody>
      </p:sp>
      <p:sp>
        <p:nvSpPr>
          <p:cNvPr id="493" name="Google Shape;493;p63"/>
          <p:cNvSpPr txBox="1"/>
          <p:nvPr/>
        </p:nvSpPr>
        <p:spPr>
          <a:xfrm>
            <a:off x="2489025" y="1967175"/>
            <a:ext cx="2199300" cy="244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Inter"/>
                <a:ea typeface="Inter"/>
                <a:cs typeface="Inter"/>
                <a:sym typeface="Inter"/>
              </a:rPr>
              <a:t>Alternative</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2000">
                <a:solidFill>
                  <a:schemeClr val="dk1"/>
                </a:solidFill>
                <a:latin typeface="Inter"/>
                <a:ea typeface="Inter"/>
                <a:cs typeface="Inter"/>
                <a:sym typeface="Inter"/>
              </a:rPr>
              <a:t>Hypothesis</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2000">
                <a:solidFill>
                  <a:schemeClr val="dk1"/>
                </a:solidFill>
                <a:latin typeface="Inter"/>
                <a:ea typeface="Inter"/>
                <a:cs typeface="Inter"/>
                <a:sym typeface="Inter"/>
              </a:rPr>
              <a:t>H</a:t>
            </a:r>
            <a:r>
              <a:rPr baseline="-25000" lang="en" sz="2000">
                <a:solidFill>
                  <a:schemeClr val="dk1"/>
                </a:solidFill>
                <a:latin typeface="Inter"/>
                <a:ea typeface="Inter"/>
                <a:cs typeface="Inter"/>
                <a:sym typeface="Inter"/>
              </a:rPr>
              <a:t>a</a:t>
            </a:r>
            <a:r>
              <a:rPr lang="en" sz="2000">
                <a:solidFill>
                  <a:schemeClr val="dk1"/>
                </a:solidFill>
                <a:latin typeface="Inter"/>
                <a:ea typeface="Inter"/>
                <a:cs typeface="Inter"/>
                <a:sym typeface="Inter"/>
              </a:rPr>
              <a:t> : μ</a:t>
            </a:r>
            <a:r>
              <a:rPr baseline="-25000" lang="en" sz="2000">
                <a:solidFill>
                  <a:schemeClr val="dk1"/>
                </a:solidFill>
                <a:latin typeface="Inter"/>
                <a:ea typeface="Inter"/>
                <a:cs typeface="Inter"/>
                <a:sym typeface="Inter"/>
              </a:rPr>
              <a:t>yes</a:t>
            </a:r>
            <a:r>
              <a:rPr lang="en" sz="2000">
                <a:solidFill>
                  <a:schemeClr val="dk1"/>
                </a:solidFill>
                <a:latin typeface="Inter"/>
                <a:ea typeface="Inter"/>
                <a:cs typeface="Inter"/>
                <a:sym typeface="Inter"/>
              </a:rPr>
              <a:t> &gt; μ</a:t>
            </a:r>
            <a:r>
              <a:rPr baseline="-25000" lang="en" sz="2000">
                <a:solidFill>
                  <a:schemeClr val="dk1"/>
                </a:solidFill>
                <a:latin typeface="Inter"/>
                <a:ea typeface="Inter"/>
                <a:cs typeface="Inter"/>
                <a:sym typeface="Inter"/>
              </a:rPr>
              <a:t>no</a:t>
            </a:r>
            <a:endParaRPr sz="2000">
              <a:solidFill>
                <a:schemeClr val="dk1"/>
              </a:solidFill>
              <a:latin typeface="Inter"/>
              <a:ea typeface="Inter"/>
              <a:cs typeface="Inter"/>
              <a:sym typeface="Inter"/>
            </a:endParaRPr>
          </a:p>
          <a:p>
            <a:pPr indent="0" lvl="0" marL="0" rtl="0" algn="l">
              <a:spcBef>
                <a:spcPts val="1000"/>
              </a:spcBef>
              <a:spcAft>
                <a:spcPts val="0"/>
              </a:spcAft>
              <a:buNone/>
            </a:pPr>
            <a:r>
              <a:t/>
            </a:r>
            <a:endParaRPr>
              <a:solidFill>
                <a:schemeClr val="dk1"/>
              </a:solidFill>
              <a:latin typeface="Inter"/>
              <a:ea typeface="Inter"/>
              <a:cs typeface="Inter"/>
              <a:sym typeface="Inter"/>
            </a:endParaRPr>
          </a:p>
          <a:p>
            <a:pPr indent="0" lvl="0" marL="0" rtl="0" algn="l">
              <a:spcBef>
                <a:spcPts val="1000"/>
              </a:spcBef>
              <a:spcAft>
                <a:spcPts val="1000"/>
              </a:spcAft>
              <a:buNone/>
            </a:pPr>
            <a:r>
              <a:rPr lang="en">
                <a:solidFill>
                  <a:schemeClr val="dk1"/>
                </a:solidFill>
                <a:latin typeface="Inter"/>
                <a:ea typeface="Inter"/>
                <a:cs typeface="Inter"/>
                <a:sym typeface="Inter"/>
              </a:rPr>
              <a:t>Mood is higher on days when I leave my home than on days when I do not</a:t>
            </a:r>
            <a:endParaRPr>
              <a:solidFill>
                <a:schemeClr val="dk1"/>
              </a:solidFill>
              <a:latin typeface="Inter"/>
              <a:ea typeface="Inter"/>
              <a:cs typeface="Inter"/>
              <a:sym typeface="Inter"/>
            </a:endParaRPr>
          </a:p>
        </p:txBody>
      </p:sp>
      <p:sp>
        <p:nvSpPr>
          <p:cNvPr id="494" name="Google Shape;494;p63"/>
          <p:cNvSpPr txBox="1"/>
          <p:nvPr/>
        </p:nvSpPr>
        <p:spPr>
          <a:xfrm>
            <a:off x="4754150" y="1975225"/>
            <a:ext cx="2129400" cy="246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Inter"/>
                <a:ea typeface="Inter"/>
                <a:cs typeface="Inter"/>
                <a:sym typeface="Inter"/>
              </a:rPr>
              <a:t>Use t-test</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2000">
                <a:solidFill>
                  <a:schemeClr val="dk1"/>
                </a:solidFill>
                <a:latin typeface="Inter"/>
                <a:ea typeface="Inter"/>
                <a:cs typeface="Inter"/>
                <a:sym typeface="Inter"/>
              </a:rPr>
              <a:t>(more data on next slide)</a:t>
            </a:r>
            <a:endParaRPr>
              <a:solidFill>
                <a:schemeClr val="dk1"/>
              </a:solidFill>
              <a:latin typeface="Inter"/>
              <a:ea typeface="Inter"/>
              <a:cs typeface="Inter"/>
              <a:sym typeface="Inter"/>
            </a:endParaRPr>
          </a:p>
          <a:p>
            <a:pPr indent="0" lvl="0" marL="0" rtl="0" algn="l">
              <a:spcBef>
                <a:spcPts val="0"/>
              </a:spcBef>
              <a:spcAft>
                <a:spcPts val="0"/>
              </a:spcAft>
              <a:buNone/>
            </a:pPr>
            <a:r>
              <a:t/>
            </a:r>
            <a:endParaRPr>
              <a:solidFill>
                <a:schemeClr val="dk1"/>
              </a:solidFill>
              <a:latin typeface="Inter"/>
              <a:ea typeface="Inter"/>
              <a:cs typeface="Inter"/>
              <a:sym typeface="Inter"/>
            </a:endParaRPr>
          </a:p>
          <a:p>
            <a:pPr indent="0" lvl="0" marL="0" rtl="0" algn="l">
              <a:spcBef>
                <a:spcPts val="0"/>
              </a:spcBef>
              <a:spcAft>
                <a:spcPts val="0"/>
              </a:spcAft>
              <a:buNone/>
            </a:pPr>
            <a:r>
              <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1800">
                <a:solidFill>
                  <a:schemeClr val="dk1"/>
                </a:solidFill>
                <a:latin typeface="Inter"/>
                <a:ea typeface="Inter"/>
                <a:cs typeface="Inter"/>
                <a:sym typeface="Inter"/>
              </a:rPr>
              <a:t>Test statistic:</a:t>
            </a:r>
            <a:endParaRPr sz="1800">
              <a:solidFill>
                <a:schemeClr val="dk1"/>
              </a:solidFill>
              <a:latin typeface="Inter"/>
              <a:ea typeface="Inter"/>
              <a:cs typeface="Inter"/>
              <a:sym typeface="Inter"/>
            </a:endParaRPr>
          </a:p>
          <a:p>
            <a:pPr indent="0" lvl="0" marL="0" rtl="0" algn="l">
              <a:spcBef>
                <a:spcPts val="0"/>
              </a:spcBef>
              <a:spcAft>
                <a:spcPts val="0"/>
              </a:spcAft>
              <a:buNone/>
            </a:pPr>
            <a:r>
              <a:rPr lang="en" sz="1800">
                <a:solidFill>
                  <a:schemeClr val="dk1"/>
                </a:solidFill>
                <a:latin typeface="Inter"/>
                <a:ea typeface="Inter"/>
                <a:cs typeface="Inter"/>
                <a:sym typeface="Inter"/>
              </a:rPr>
              <a:t>T		= 0.7687</a:t>
            </a:r>
            <a:endParaRPr sz="1800">
              <a:solidFill>
                <a:schemeClr val="dk1"/>
              </a:solidFill>
              <a:latin typeface="Inter"/>
              <a:ea typeface="Inter"/>
              <a:cs typeface="Inter"/>
              <a:sym typeface="Inter"/>
            </a:endParaRPr>
          </a:p>
          <a:p>
            <a:pPr indent="0" lvl="0" marL="0" rtl="0" algn="l">
              <a:spcBef>
                <a:spcPts val="0"/>
              </a:spcBef>
              <a:spcAft>
                <a:spcPts val="0"/>
              </a:spcAft>
              <a:buNone/>
            </a:pPr>
            <a:r>
              <a:rPr lang="en" sz="1800">
                <a:solidFill>
                  <a:schemeClr val="dk1"/>
                </a:solidFill>
                <a:latin typeface="Inter"/>
                <a:ea typeface="Inter"/>
                <a:cs typeface="Inter"/>
                <a:sym typeface="Inter"/>
              </a:rPr>
              <a:t>P-value	= 0.2258</a:t>
            </a:r>
            <a:endParaRPr sz="1800">
              <a:solidFill>
                <a:schemeClr val="dk1"/>
              </a:solidFill>
              <a:latin typeface="Inter"/>
              <a:ea typeface="Inter"/>
              <a:cs typeface="Inter"/>
              <a:sym typeface="Inter"/>
            </a:endParaRPr>
          </a:p>
        </p:txBody>
      </p:sp>
      <p:sp>
        <p:nvSpPr>
          <p:cNvPr id="495" name="Google Shape;495;p63"/>
          <p:cNvSpPr txBox="1"/>
          <p:nvPr/>
        </p:nvSpPr>
        <p:spPr>
          <a:xfrm>
            <a:off x="6883550" y="1975225"/>
            <a:ext cx="21294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Inter"/>
                <a:ea typeface="Inter"/>
                <a:cs typeface="Inter"/>
                <a:sym typeface="Inter"/>
              </a:rPr>
              <a:t>Reach a conclusion:</a:t>
            </a:r>
            <a:endParaRPr sz="2000">
              <a:solidFill>
                <a:schemeClr val="dk1"/>
              </a:solidFill>
              <a:latin typeface="Inter"/>
              <a:ea typeface="Inter"/>
              <a:cs typeface="Inter"/>
              <a:sym typeface="Inter"/>
            </a:endParaRPr>
          </a:p>
          <a:p>
            <a:pPr indent="0" lvl="0" marL="0" rtl="0" algn="l">
              <a:spcBef>
                <a:spcPts val="0"/>
              </a:spcBef>
              <a:spcAft>
                <a:spcPts val="0"/>
              </a:spcAft>
              <a:buNone/>
            </a:pPr>
            <a:r>
              <a:t/>
            </a:r>
            <a:endParaRPr sz="2000">
              <a:solidFill>
                <a:schemeClr val="dk1"/>
              </a:solidFill>
              <a:latin typeface="Inter"/>
              <a:ea typeface="Inter"/>
              <a:cs typeface="Inter"/>
              <a:sym typeface="Inter"/>
            </a:endParaRPr>
          </a:p>
          <a:p>
            <a:pPr indent="0" lvl="0" marL="0" rtl="0" algn="l">
              <a:spcBef>
                <a:spcPts val="0"/>
              </a:spcBef>
              <a:spcAft>
                <a:spcPts val="0"/>
              </a:spcAft>
              <a:buNone/>
            </a:pPr>
            <a:r>
              <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2000">
                <a:solidFill>
                  <a:schemeClr val="dk1"/>
                </a:solidFill>
                <a:latin typeface="Inter"/>
                <a:ea typeface="Inter"/>
                <a:cs typeface="Inter"/>
                <a:sym typeface="Inter"/>
              </a:rPr>
              <a:t>Based on collected data, fail to reject the</a:t>
            </a:r>
            <a:endParaRPr sz="2000">
              <a:solidFill>
                <a:schemeClr val="dk1"/>
              </a:solidFill>
              <a:latin typeface="Inter"/>
              <a:ea typeface="Inter"/>
              <a:cs typeface="Inter"/>
              <a:sym typeface="Inter"/>
            </a:endParaRPr>
          </a:p>
          <a:p>
            <a:pPr indent="0" lvl="0" marL="0" rtl="0" algn="l">
              <a:spcBef>
                <a:spcPts val="0"/>
              </a:spcBef>
              <a:spcAft>
                <a:spcPts val="0"/>
              </a:spcAft>
              <a:buNone/>
            </a:pPr>
            <a:r>
              <a:rPr lang="en" sz="2000">
                <a:solidFill>
                  <a:schemeClr val="dk1"/>
                </a:solidFill>
                <a:latin typeface="Inter"/>
                <a:ea typeface="Inter"/>
                <a:cs typeface="Inter"/>
                <a:sym typeface="Inter"/>
              </a:rPr>
              <a:t>Null hypothesis</a:t>
            </a:r>
            <a:endParaRPr sz="2000">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4"/>
          <p:cNvSpPr txBox="1"/>
          <p:nvPr>
            <p:ph type="title"/>
          </p:nvPr>
        </p:nvSpPr>
        <p:spPr>
          <a:xfrm>
            <a:off x="288625" y="285900"/>
            <a:ext cx="8155800" cy="549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lang="en" sz="4200"/>
              <a:t>T-test and summary statistics</a:t>
            </a:r>
            <a:endParaRPr sz="4300"/>
          </a:p>
        </p:txBody>
      </p:sp>
      <p:pic>
        <p:nvPicPr>
          <p:cNvPr id="501" name="Google Shape;501;p64"/>
          <p:cNvPicPr preferRelativeResize="0"/>
          <p:nvPr/>
        </p:nvPicPr>
        <p:blipFill>
          <a:blip r:embed="rId3">
            <a:alphaModFix/>
          </a:blip>
          <a:stretch>
            <a:fillRect/>
          </a:stretch>
        </p:blipFill>
        <p:spPr>
          <a:xfrm>
            <a:off x="152400" y="3954326"/>
            <a:ext cx="8839200" cy="903950"/>
          </a:xfrm>
          <a:prstGeom prst="rect">
            <a:avLst/>
          </a:prstGeom>
          <a:noFill/>
          <a:ln>
            <a:noFill/>
          </a:ln>
        </p:spPr>
      </p:pic>
      <p:pic>
        <p:nvPicPr>
          <p:cNvPr id="502" name="Google Shape;502;p64"/>
          <p:cNvPicPr preferRelativeResize="0"/>
          <p:nvPr/>
        </p:nvPicPr>
        <p:blipFill>
          <a:blip r:embed="rId4">
            <a:alphaModFix/>
          </a:blip>
          <a:stretch>
            <a:fillRect/>
          </a:stretch>
        </p:blipFill>
        <p:spPr>
          <a:xfrm>
            <a:off x="140450" y="987900"/>
            <a:ext cx="8839200" cy="2814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cxnSp>
        <p:nvCxnSpPr>
          <p:cNvPr id="507" name="Google Shape;507;p65"/>
          <p:cNvCxnSpPr/>
          <p:nvPr/>
        </p:nvCxnSpPr>
        <p:spPr>
          <a:xfrm>
            <a:off x="285450" y="4858275"/>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508" name="Google Shape;508;p65"/>
          <p:cNvCxnSpPr/>
          <p:nvPr/>
        </p:nvCxnSpPr>
        <p:spPr>
          <a:xfrm>
            <a:off x="283850" y="1522421"/>
            <a:ext cx="8573100" cy="0"/>
          </a:xfrm>
          <a:prstGeom prst="straightConnector1">
            <a:avLst/>
          </a:prstGeom>
          <a:noFill/>
          <a:ln cap="flat" cmpd="sng" w="9525">
            <a:solidFill>
              <a:schemeClr val="dk1"/>
            </a:solidFill>
            <a:prstDash val="solid"/>
            <a:round/>
            <a:headEnd len="med" w="med" type="none"/>
            <a:tailEnd len="med" w="med" type="none"/>
          </a:ln>
        </p:spPr>
      </p:cxnSp>
      <p:sp>
        <p:nvSpPr>
          <p:cNvPr id="509" name="Google Shape;509;p65"/>
          <p:cNvSpPr txBox="1"/>
          <p:nvPr/>
        </p:nvSpPr>
        <p:spPr>
          <a:xfrm>
            <a:off x="4758050" y="1555575"/>
            <a:ext cx="4228200" cy="33360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None/>
            </a:pPr>
            <a:r>
              <a:rPr lang="en" sz="1500">
                <a:solidFill>
                  <a:schemeClr val="dk1"/>
                </a:solidFill>
                <a:latin typeface="Inter"/>
                <a:ea typeface="Inter"/>
                <a:cs typeface="Inter"/>
                <a:sym typeface="Inter"/>
              </a:rPr>
              <a:t>Because the p-value is 0.2258 which is more than 0.05, we fail to reject the null hypothesis. </a:t>
            </a:r>
            <a:endParaRPr sz="1500">
              <a:solidFill>
                <a:schemeClr val="dk1"/>
              </a:solidFill>
              <a:latin typeface="Inter"/>
              <a:ea typeface="Inter"/>
              <a:cs typeface="Inter"/>
              <a:sym typeface="Inter"/>
            </a:endParaRPr>
          </a:p>
          <a:p>
            <a:pPr indent="0" lvl="0" marL="0" rtl="0" algn="l">
              <a:spcBef>
                <a:spcPts val="0"/>
              </a:spcBef>
              <a:spcAft>
                <a:spcPts val="0"/>
              </a:spcAft>
              <a:buNone/>
            </a:pPr>
            <a:r>
              <a:t/>
            </a:r>
            <a:endParaRPr sz="1500">
              <a:solidFill>
                <a:schemeClr val="dk1"/>
              </a:solidFill>
              <a:latin typeface="Inter"/>
              <a:ea typeface="Inter"/>
              <a:cs typeface="Inter"/>
              <a:sym typeface="Inter"/>
            </a:endParaRPr>
          </a:p>
          <a:p>
            <a:pPr indent="0" lvl="0" marL="0" rtl="0" algn="l">
              <a:spcBef>
                <a:spcPts val="0"/>
              </a:spcBef>
              <a:spcAft>
                <a:spcPts val="0"/>
              </a:spcAft>
              <a:buNone/>
            </a:pPr>
            <a:r>
              <a:rPr lang="en" sz="1500">
                <a:solidFill>
                  <a:schemeClr val="dk1"/>
                </a:solidFill>
                <a:latin typeface="Inter"/>
                <a:ea typeface="Inter"/>
                <a:cs typeface="Inter"/>
                <a:sym typeface="Inter"/>
              </a:rPr>
              <a:t>Although the average mood of outside days is higher than the average mood of inside ones, the difference is not statistically significant. The same goes for the higher variance present on outside days.</a:t>
            </a:r>
            <a:endParaRPr sz="1500">
              <a:solidFill>
                <a:schemeClr val="dk1"/>
              </a:solidFill>
              <a:latin typeface="Inter"/>
              <a:ea typeface="Inter"/>
              <a:cs typeface="Inter"/>
              <a:sym typeface="Inter"/>
            </a:endParaRPr>
          </a:p>
          <a:p>
            <a:pPr indent="0" lvl="0" marL="0" rtl="0" algn="l">
              <a:spcBef>
                <a:spcPts val="0"/>
              </a:spcBef>
              <a:spcAft>
                <a:spcPts val="0"/>
              </a:spcAft>
              <a:buNone/>
            </a:pPr>
            <a:r>
              <a:t/>
            </a:r>
            <a:endParaRPr sz="1500">
              <a:solidFill>
                <a:schemeClr val="dk1"/>
              </a:solidFill>
              <a:latin typeface="Inter"/>
              <a:ea typeface="Inter"/>
              <a:cs typeface="Inter"/>
              <a:sym typeface="Inter"/>
            </a:endParaRPr>
          </a:p>
          <a:p>
            <a:pPr indent="0" lvl="0" marL="0" rtl="0" algn="l">
              <a:spcBef>
                <a:spcPts val="0"/>
              </a:spcBef>
              <a:spcAft>
                <a:spcPts val="0"/>
              </a:spcAft>
              <a:buNone/>
            </a:pPr>
            <a:r>
              <a:rPr lang="en" sz="1500">
                <a:solidFill>
                  <a:schemeClr val="dk1"/>
                </a:solidFill>
                <a:latin typeface="Inter"/>
                <a:ea typeface="Inter"/>
                <a:cs typeface="Inter"/>
                <a:sym typeface="Inter"/>
              </a:rPr>
              <a:t>We do not have sufficient evidence that going outside influences mood quality, and the </a:t>
            </a:r>
            <a:r>
              <a:rPr lang="en" sz="1500">
                <a:solidFill>
                  <a:schemeClr val="dk1"/>
                </a:solidFill>
                <a:latin typeface="Inter"/>
                <a:ea typeface="Inter"/>
                <a:cs typeface="Inter"/>
                <a:sym typeface="Inter"/>
              </a:rPr>
              <a:t>small </a:t>
            </a:r>
            <a:r>
              <a:rPr lang="en" sz="1500">
                <a:solidFill>
                  <a:schemeClr val="dk1"/>
                </a:solidFill>
                <a:latin typeface="Inter"/>
                <a:ea typeface="Inter"/>
                <a:cs typeface="Inter"/>
                <a:sym typeface="Inter"/>
              </a:rPr>
              <a:t>difference </a:t>
            </a:r>
            <a:r>
              <a:rPr lang="en" sz="1500">
                <a:solidFill>
                  <a:schemeClr val="dk1"/>
                </a:solidFill>
                <a:latin typeface="Inter"/>
                <a:ea typeface="Inter"/>
                <a:cs typeface="Inter"/>
                <a:sym typeface="Inter"/>
              </a:rPr>
              <a:t>between</a:t>
            </a:r>
            <a:r>
              <a:rPr lang="en" sz="1500">
                <a:solidFill>
                  <a:schemeClr val="dk1"/>
                </a:solidFill>
                <a:latin typeface="Inter"/>
                <a:ea typeface="Inter"/>
                <a:cs typeface="Inter"/>
                <a:sym typeface="Inter"/>
              </a:rPr>
              <a:t> the means could easily be attributed to random chance.</a:t>
            </a:r>
            <a:endParaRPr sz="1500">
              <a:solidFill>
                <a:schemeClr val="dk1"/>
              </a:solidFill>
              <a:latin typeface="Inter"/>
              <a:ea typeface="Inter"/>
              <a:cs typeface="Inter"/>
              <a:sym typeface="Inter"/>
            </a:endParaRPr>
          </a:p>
        </p:txBody>
      </p:sp>
      <p:sp>
        <p:nvSpPr>
          <p:cNvPr id="510" name="Google Shape;510;p65"/>
          <p:cNvSpPr txBox="1"/>
          <p:nvPr>
            <p:ph idx="4" type="title"/>
          </p:nvPr>
        </p:nvSpPr>
        <p:spPr>
          <a:xfrm>
            <a:off x="283850" y="285900"/>
            <a:ext cx="7804200" cy="942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lang="en"/>
              <a:t>Conclusion:</a:t>
            </a:r>
            <a:endParaRPr/>
          </a:p>
          <a:p>
            <a:pPr indent="0" lvl="0" marL="0" rtl="0" algn="l">
              <a:spcBef>
                <a:spcPts val="0"/>
              </a:spcBef>
              <a:spcAft>
                <a:spcPts val="0"/>
              </a:spcAft>
              <a:buNone/>
            </a:pPr>
            <a:r>
              <a:rPr lang="en">
                <a:solidFill>
                  <a:schemeClr val="accent1"/>
                </a:solidFill>
              </a:rPr>
              <a:t>Fail to reject the Null Hypothesis</a:t>
            </a:r>
            <a:endParaRPr>
              <a:solidFill>
                <a:schemeClr val="accent1"/>
              </a:solidFill>
            </a:endParaRPr>
          </a:p>
        </p:txBody>
      </p:sp>
      <p:pic>
        <p:nvPicPr>
          <p:cNvPr id="511" name="Google Shape;511;p65" title="Screenshot 2026-04-19 140757.png"/>
          <p:cNvPicPr preferRelativeResize="0"/>
          <p:nvPr/>
        </p:nvPicPr>
        <p:blipFill rotWithShape="1">
          <a:blip r:embed="rId3">
            <a:alphaModFix/>
          </a:blip>
          <a:srcRect b="0" l="4599" r="10540" t="0"/>
          <a:stretch/>
        </p:blipFill>
        <p:spPr>
          <a:xfrm>
            <a:off x="184125" y="1522425"/>
            <a:ext cx="4445637" cy="3335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